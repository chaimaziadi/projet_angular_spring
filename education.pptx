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1" r:id="rId1"/>
    <p:sldMasterId id="2147483653" r:id="rId2"/>
    <p:sldMasterId id="2147483738" r:id="rId3"/>
  </p:sldMasterIdLst>
  <p:notesMasterIdLst>
    <p:notesMasterId r:id="rId29"/>
  </p:notesMasterIdLst>
  <p:handoutMasterIdLst>
    <p:handoutMasterId r:id="rId30"/>
  </p:handoutMasterIdLst>
  <p:sldIdLst>
    <p:sldId id="256" r:id="rId4"/>
    <p:sldId id="304" r:id="rId5"/>
    <p:sldId id="269" r:id="rId6"/>
    <p:sldId id="335" r:id="rId7"/>
    <p:sldId id="306" r:id="rId8"/>
    <p:sldId id="313" r:id="rId9"/>
    <p:sldId id="307" r:id="rId10"/>
    <p:sldId id="314" r:id="rId11"/>
    <p:sldId id="309" r:id="rId12"/>
    <p:sldId id="285" r:id="rId13"/>
    <p:sldId id="337" r:id="rId14"/>
    <p:sldId id="338" r:id="rId15"/>
    <p:sldId id="310" r:id="rId16"/>
    <p:sldId id="352" r:id="rId17"/>
    <p:sldId id="339" r:id="rId18"/>
    <p:sldId id="311" r:id="rId19"/>
    <p:sldId id="355" r:id="rId20"/>
    <p:sldId id="359" r:id="rId21"/>
    <p:sldId id="351" r:id="rId22"/>
    <p:sldId id="348" r:id="rId23"/>
    <p:sldId id="358" r:id="rId24"/>
    <p:sldId id="312" r:id="rId25"/>
    <p:sldId id="353" r:id="rId26"/>
    <p:sldId id="341" r:id="rId27"/>
    <p:sldId id="271" r:id="rId28"/>
  </p:sldIdLst>
  <p:sldSz cx="9144000" cy="5143500" type="screen16x9"/>
  <p:notesSz cx="6858000" cy="9144000"/>
  <p:defaultTextStyle>
    <a:defPPr>
      <a:defRPr lang="ko-KR"/>
    </a:defPPr>
    <a:lvl1pPr marL="0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HP" initials="H" lastIdx="1" clrIdx="0">
    <p:extLst>
      <p:ext uri="{19B8F6BF-5375-455C-9EA6-DF929625EA0E}">
        <p15:presenceInfo xmlns:p15="http://schemas.microsoft.com/office/powerpoint/2012/main" userId="1af48d1496a556d8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C4BD97"/>
    <a:srgbClr val="85D8DE"/>
    <a:srgbClr val="385D8A"/>
    <a:srgbClr val="4F81BD"/>
    <a:srgbClr val="EEB500"/>
    <a:srgbClr val="FFC000"/>
    <a:srgbClr val="1D989B"/>
    <a:srgbClr val="24BEC2"/>
    <a:srgbClr val="00C459"/>
    <a:srgbClr val="00DE6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281" autoAdjust="0"/>
    <p:restoredTop sz="81542" autoAdjust="0"/>
  </p:normalViewPr>
  <p:slideViewPr>
    <p:cSldViewPr>
      <p:cViewPr varScale="1">
        <p:scale>
          <a:sx n="85" d="100"/>
          <a:sy n="85" d="100"/>
        </p:scale>
        <p:origin x="91" y="53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52" d="100"/>
          <a:sy n="52" d="100"/>
        </p:scale>
        <p:origin x="-2844" y="-108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" Type="http://schemas.openxmlformats.org/officeDocument/2006/relationships/slideMaster" Target="slideMasters/slideMaster3.xml"/><Relationship Id="rId21" Type="http://schemas.openxmlformats.org/officeDocument/2006/relationships/slide" Target="slides/slide18.xml"/><Relationship Id="rId34" Type="http://schemas.openxmlformats.org/officeDocument/2006/relationships/theme" Target="theme/theme1.xml"/><Relationship Id="rId7" Type="http://schemas.openxmlformats.org/officeDocument/2006/relationships/slide" Target="slides/slide4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viewProps" Target="viewProps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presProps" Target="presProps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commentAuthors" Target="commentAuthors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Relationship Id="rId8" Type="http://schemas.openxmlformats.org/officeDocument/2006/relationships/slide" Target="slides/slide5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E4035F6-5096-4BBC-97C2-E812D647866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Présentation de l'entreprise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B62601C-1109-4C2B-A839-A988FC14D540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3D7E36-508A-46C1-92A5-026D8888D262}" type="datetimeFigureOut">
              <a:rPr lang="fr-FR" smtClean="0"/>
              <a:pPr/>
              <a:t>29/11/2025</a:t>
            </a:fld>
            <a:endParaRPr lang="fr-F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D17943B-A7C0-4E34-81A4-C031A446856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183C09F-1BC7-42E6-9BF2-EC705D4EB55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642BB6-97A8-421F-83ED-D4F6D2A7CC97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02490887"/>
      </p:ext>
    </p:extLst>
  </p:cSld>
  <p:clrMap bg1="lt1" tx1="dk1" bg2="lt2" tx2="dk2" accent1="accent1" accent2="accent2" accent3="accent3" accent4="accent4" accent5="accent5" accent6="accent6" hlink="hlink" folHlink="folHlink"/>
  <p:hf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fr-FR"/>
              <a:t>Présentation de l'entreprise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49F39B0-151F-4F66-8ABB-DB60E0CF83C0}" type="datetimeFigureOut">
              <a:rPr lang="fr-FR" smtClean="0"/>
              <a:pPr/>
              <a:t>29/11/2025</a:t>
            </a:fld>
            <a:endParaRPr lang="fr-FR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fr-F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B56DAF5-E6F5-4780-9E94-301B993EF90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98031344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marL="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8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378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566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754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943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132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320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509" algn="l" defTabSz="914378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6636918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fr-FR" dirty="0"/>
              <a:t>Tout au long de la présentation nous allons suivre le plan suivant : 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Nous allons commencer par </a:t>
            </a:r>
            <a:r>
              <a:rPr lang="fr-FR" sz="1200" kern="0" dirty="0">
                <a:latin typeface="Avenir Next"/>
                <a:sym typeface="Avenir Next"/>
              </a:rPr>
              <a:t> Présentation de la société </a:t>
            </a:r>
            <a:r>
              <a:rPr lang="fr-FR" dirty="0"/>
              <a:t>puis nous allons poser la problématique ,</a:t>
            </a:r>
          </a:p>
          <a:p>
            <a:pPr marL="0" marR="0" lvl="0" indent="0" algn="l" defTabSz="914378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fr-FR" dirty="0"/>
              <a:t>Ensuite nous allons parler de</a:t>
            </a:r>
            <a:r>
              <a:rPr lang="fr-FR" baseline="0" dirty="0"/>
              <a:t> la solution proposé  </a:t>
            </a:r>
            <a:r>
              <a:rPr lang="fr-FR" dirty="0"/>
              <a:t>Après nous allons passer à </a:t>
            </a:r>
            <a:r>
              <a:rPr lang="fr-FR" sz="1200" kern="0" dirty="0">
                <a:latin typeface="Avenir Next"/>
                <a:sym typeface="Avenir Next"/>
              </a:rPr>
              <a:t>Analyse des Besoins     </a:t>
            </a:r>
            <a:endParaRPr lang="fr-FR" dirty="0"/>
          </a:p>
          <a:p>
            <a:r>
              <a:rPr lang="fr-FR" dirty="0"/>
              <a:t>Finalement nous allons terminer par une petite conclusion et des perspectives</a:t>
            </a:r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32317128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3173117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0081655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5</a:t>
            </a:fld>
            <a:endParaRPr lang="fr-FR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rtl="0">
              <a:spcBef>
                <a:spcPts val="0"/>
              </a:spcBef>
              <a:buSzPct val="25000"/>
              <a:buNone/>
            </a:pPr>
            <a:r>
              <a:rPr lang="fr-F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La </a:t>
            </a:r>
            <a:r>
              <a:rPr lang="fr-FR" sz="1200" b="0" i="0" u="none" strike="noStrike" cap="none" noProof="0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problématique</a:t>
            </a:r>
            <a:r>
              <a:rPr lang="fr-FR" sz="1200" b="0" i="0" u="none" strike="noStrike" cap="none" dirty="0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rPr>
              <a:t> de notre projet a</a:t>
            </a:r>
            <a:endParaRPr lang="fr-FR" sz="1200" kern="1200" baseline="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fr-FR" sz="1200" kern="1200" baseline="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endParaRPr lang="fr-F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6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6628538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8</a:t>
            </a:fld>
            <a:endParaRPr lang="fr-FR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convivialité: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l’application doit être facile et simple à manipuler pour tous les utilisateurs,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sécurité :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l’application devra  être hautement sécurité les informations ne devant pas être accessibles à tout le monde,</a:t>
            </a:r>
          </a:p>
          <a:p>
            <a:pPr>
              <a:buFont typeface="Wingdings" panose="05000000000000000000" pitchFamily="2" charset="2"/>
              <a:buChar char="q"/>
            </a:pPr>
            <a:r>
              <a:rPr lang="fr-FR" sz="14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 fiabilité: 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l’application doit fonctionner de façon cohérente sans erreurs et doit être  aux besoins des </a:t>
            </a:r>
            <a:r>
              <a:rPr lang="fr-FR" dirty="0" err="1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etudiants</a:t>
            </a:r>
            <a:r>
              <a:rPr lang="fr-FR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</a:t>
            </a:r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11</a:t>
            </a:fld>
            <a:endParaRPr lang="fr-FR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12</a:t>
            </a:fld>
            <a:endParaRPr lang="fr-FR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3599287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 dirty="0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15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69000893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17</a:t>
            </a:fld>
            <a:endParaRPr lang="fr-FR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 idx="10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19</a:t>
            </a:fld>
            <a:endParaRPr lang="fr-FR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TN" dirty="0"/>
          </a:p>
        </p:txBody>
      </p:sp>
      <p:sp>
        <p:nvSpPr>
          <p:cNvPr id="4" name="Espace réservé de l'en-tête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23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5726304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fr-FR" dirty="0"/>
          </a:p>
        </p:txBody>
      </p:sp>
      <p:sp>
        <p:nvSpPr>
          <p:cNvPr id="4" name="Header Placeholder 3"/>
          <p:cNvSpPr>
            <a:spLocks noGrp="1"/>
          </p:cNvSpPr>
          <p:nvPr>
            <p:ph type="hdr" sz="quarter"/>
          </p:nvPr>
        </p:nvSpPr>
        <p:spPr/>
        <p:txBody>
          <a:bodyPr/>
          <a:lstStyle/>
          <a:p>
            <a:r>
              <a:rPr lang="fr-FR"/>
              <a:t>Présentation de l'entreprise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B56DAF5-E6F5-4780-9E94-301B993EF905}" type="slidenum">
              <a:rPr lang="fr-FR" smtClean="0"/>
              <a:pPr/>
              <a:t>24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38438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3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75712077"/>
      </p:ext>
    </p:extLst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9"/>
            <a:ext cx="9144000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3"/>
            <a:ext cx="9144000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12904482"/>
      </p:ext>
    </p:extLst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395537" y="195486"/>
            <a:ext cx="8424937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395537" y="771550"/>
            <a:ext cx="8424937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457713910"/>
      </p:ext>
    </p:extLst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179513" y="339503"/>
            <a:ext cx="4248473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179513" y="915568"/>
            <a:ext cx="4248473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3927735883"/>
      </p:ext>
    </p:extLst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9"/>
            <a:ext cx="9144000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3"/>
            <a:ext cx="9144000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649249" y="1275608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1"/>
            </a:solidFill>
          </a:ln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2720792" y="1275608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2"/>
            </a:solidFill>
          </a:ln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792335" y="1275608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3"/>
            </a:solidFill>
          </a:ln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6863880" y="1275608"/>
            <a:ext cx="1648869" cy="1648869"/>
          </a:xfrm>
          <a:prstGeom prst="ellipse">
            <a:avLst/>
          </a:prstGeom>
          <a:solidFill>
            <a:schemeClr val="bg1">
              <a:lumMod val="95000"/>
            </a:schemeClr>
          </a:solidFill>
          <a:ln w="38100">
            <a:solidFill>
              <a:schemeClr val="accent4"/>
            </a:solidFill>
          </a:ln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650241133"/>
      </p:ext>
    </p:extLst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15967038"/>
      </p:ext>
    </p:extLst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 userDrawn="1"/>
        </p:nvSpPr>
        <p:spPr>
          <a:xfrm>
            <a:off x="4572001" y="0"/>
            <a:ext cx="4104457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/>
          </a:p>
        </p:txBody>
      </p:sp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995687"/>
            <a:ext cx="9144000" cy="288032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56313931"/>
      </p:ext>
    </p:extLst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347866" y="131536"/>
            <a:ext cx="5796137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104000" y="1798321"/>
            <a:ext cx="504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4824000" y="3465106"/>
            <a:ext cx="4320000" cy="1548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945812156"/>
      </p:ext>
    </p:extLst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937417" y="3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5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1968708" y="3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3"/>
            <a:ext cx="1872000" cy="514349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Insert Your Image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416533728"/>
      </p:ext>
    </p:extLst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3795621" y="230920"/>
            <a:ext cx="3294112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5613166" y="3399271"/>
            <a:ext cx="3293945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7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3795621" y="1815096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5621506" y="1814524"/>
            <a:ext cx="1468228" cy="15121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8" hasCustomPrompt="1"/>
          </p:nvPr>
        </p:nvSpPr>
        <p:spPr>
          <a:xfrm>
            <a:off x="7178917" y="230920"/>
            <a:ext cx="1728192" cy="3096344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37589142"/>
      </p:ext>
    </p:extLst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81632"/>
            <a:ext cx="9144000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757696"/>
            <a:ext cx="9144000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4" name="Picture 3" descr="D:\Fullppt\005-PNG이미지\노트북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757039" y="1313862"/>
            <a:ext cx="6438181" cy="32745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81901" y="1731280"/>
            <a:ext cx="3085596" cy="228186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5607751"/>
      </p:ext>
    </p:extLst>
  </p:cSld>
  <p:clrMapOvr>
    <a:masterClrMapping/>
  </p:clrMapOvr>
  <p:transition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0" y="0"/>
            <a:ext cx="9144000" cy="1059582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9"/>
            <a:ext cx="9144000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699543"/>
            <a:ext cx="9144000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3507855"/>
            <a:ext cx="9144000" cy="163564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>
              <a:solidFill>
                <a:schemeClr val="tx1"/>
              </a:solidFill>
            </a:endParaRPr>
          </a:p>
        </p:txBody>
      </p:sp>
      <p:pic>
        <p:nvPicPr>
          <p:cNvPr id="6" name="Picture 2" descr="D:\Fullppt\PNG이미지\핸드폰2.png"/>
          <p:cNvPicPr>
            <a:picLocks noChangeAspect="1" noChangeArrowheads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35228" y="1079007"/>
            <a:ext cx="3373328" cy="408503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3566329" y="1217153"/>
            <a:ext cx="1945465" cy="300514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lIns="91438" tIns="45719" rIns="91438" bIns="45719" anchor="ctr"/>
          <a:lstStyle>
            <a:lvl1pPr marL="0" indent="0" algn="ctr">
              <a:buNone/>
              <a:defRPr sz="12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454243254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23479"/>
            <a:ext cx="9144000" cy="576064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ctr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354010" y="1131591"/>
            <a:ext cx="2849840" cy="364917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bg1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solidFill>
                  <a:schemeClr val="tx1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3818220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Break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4572000" y="2253238"/>
            <a:ext cx="4572000" cy="473576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36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SECTION BREAK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4572000" y="2726815"/>
            <a:ext cx="4572000" cy="288032"/>
          </a:xfrm>
          <a:prstGeom prst="rect">
            <a:avLst/>
          </a:prstGeom>
        </p:spPr>
        <p:txBody>
          <a:bodyPr lIns="91438" tIns="45719" rIns="91438" bIns="45719" anchor="ctr"/>
          <a:lstStyle>
            <a:lvl1pPr marL="0" indent="0" algn="l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1738235425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1911" y="1885950"/>
            <a:ext cx="6686549" cy="1697086"/>
          </a:xfrm>
        </p:spPr>
        <p:txBody>
          <a:bodyPr anchor="b">
            <a:normAutofit/>
          </a:bodyPr>
          <a:lstStyle>
            <a:lvl1pPr>
              <a:defRPr sz="41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1911" y="3583036"/>
            <a:ext cx="6686549" cy="844712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78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67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45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34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24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3" y="3242859"/>
            <a:ext cx="1308489" cy="583942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339715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7197696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4695" y="468082"/>
            <a:ext cx="6683765" cy="960668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1910" y="1600202"/>
            <a:ext cx="6686549" cy="2833217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0038335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1544063"/>
            <a:ext cx="6686549" cy="1101600"/>
          </a:xfrm>
        </p:spPr>
        <p:txBody>
          <a:bodyPr anchor="b"/>
          <a:lstStyle>
            <a:lvl1pPr algn="l">
              <a:defRPr sz="3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1" y="2647597"/>
            <a:ext cx="6686549" cy="645300"/>
          </a:xfrm>
        </p:spPr>
        <p:txBody>
          <a:bodyPr anchor="t"/>
          <a:lstStyle>
            <a:lvl1pPr marL="0" indent="0" algn="l">
              <a:buNone/>
              <a:defRPr sz="15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2383634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95597739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1910" y="1600202"/>
            <a:ext cx="3235397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93061" y="1594668"/>
            <a:ext cx="3235397" cy="283321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590838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93746685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4532" y="1479529"/>
            <a:ext cx="2994549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892" indent="0">
              <a:buNone/>
              <a:defRPr sz="1500" b="1"/>
            </a:lvl2pPr>
            <a:lvl3pPr marL="685783" indent="0">
              <a:buNone/>
              <a:defRPr sz="14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1909" y="1911725"/>
            <a:ext cx="3257170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29974" y="1477108"/>
            <a:ext cx="2999252" cy="432197"/>
          </a:xfrm>
        </p:spPr>
        <p:txBody>
          <a:bodyPr anchor="b">
            <a:noAutofit/>
          </a:bodyPr>
          <a:lstStyle>
            <a:lvl1pPr marL="0" indent="0">
              <a:buNone/>
              <a:defRPr sz="1800" b="0"/>
            </a:lvl1pPr>
            <a:lvl2pPr marL="342892" indent="0">
              <a:buNone/>
              <a:defRPr sz="1500" b="1"/>
            </a:lvl2pPr>
            <a:lvl3pPr marL="685783" indent="0">
              <a:buNone/>
              <a:defRPr sz="140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75218" y="1909304"/>
            <a:ext cx="3254005" cy="2515545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590838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72496594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54372305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1003090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334566"/>
            <a:ext cx="2628900" cy="732234"/>
          </a:xfrm>
        </p:spPr>
        <p:txBody>
          <a:bodyPr anchor="b"/>
          <a:lstStyle>
            <a:lvl1pPr algn="l">
              <a:defRPr sz="15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2258" y="334567"/>
            <a:ext cx="3886201" cy="4061222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1" y="1198961"/>
            <a:ext cx="2628900" cy="3196827"/>
          </a:xfrm>
        </p:spPr>
        <p:txBody>
          <a:bodyPr/>
          <a:lstStyle>
            <a:lvl1pPr marL="0" indent="0">
              <a:buNone/>
              <a:defRPr sz="1100"/>
            </a:lvl1pPr>
            <a:lvl2pPr marL="342892" indent="0">
              <a:buNone/>
              <a:defRPr sz="900"/>
            </a:lvl2pPr>
            <a:lvl3pPr marL="685783" indent="0">
              <a:buNone/>
              <a:defRPr sz="800"/>
            </a:lvl3pPr>
            <a:lvl4pPr marL="1028675" indent="0">
              <a:buNone/>
              <a:defRPr sz="700"/>
            </a:lvl4pPr>
            <a:lvl5pPr marL="1371566" indent="0">
              <a:buNone/>
              <a:defRPr sz="700"/>
            </a:lvl5pPr>
            <a:lvl6pPr marL="1714457" indent="0">
              <a:buNone/>
              <a:defRPr sz="700"/>
            </a:lvl6pPr>
            <a:lvl7pPr marL="2057348" indent="0">
              <a:buNone/>
              <a:defRPr sz="700"/>
            </a:lvl7pPr>
            <a:lvl8pPr marL="2400240" indent="0">
              <a:buNone/>
              <a:defRPr sz="700"/>
            </a:lvl8pPr>
            <a:lvl9pPr marL="2743132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43909630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3600451"/>
            <a:ext cx="6686549" cy="425054"/>
          </a:xfrm>
        </p:spPr>
        <p:txBody>
          <a:bodyPr anchor="b">
            <a:normAutofit/>
          </a:bodyPr>
          <a:lstStyle>
            <a:lvl1pPr algn="l">
              <a:defRPr sz="1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1910" y="476224"/>
            <a:ext cx="6686549" cy="2891228"/>
          </a:xfrm>
        </p:spPr>
        <p:txBody>
          <a:bodyPr anchor="t">
            <a:normAutofit/>
          </a:bodyPr>
          <a:lstStyle>
            <a:lvl1pPr marL="0" indent="0" algn="ctr">
              <a:buNone/>
              <a:defRPr sz="1200"/>
            </a:lvl1pPr>
            <a:lvl2pPr marL="342892" indent="0">
              <a:buNone/>
              <a:defRPr sz="1200"/>
            </a:lvl2pPr>
            <a:lvl3pPr marL="685783" indent="0">
              <a:buNone/>
              <a:defRPr sz="1200"/>
            </a:lvl3pPr>
            <a:lvl4pPr marL="1028675" indent="0">
              <a:buNone/>
              <a:defRPr sz="1200"/>
            </a:lvl4pPr>
            <a:lvl5pPr marL="1371566" indent="0">
              <a:buNone/>
              <a:defRPr sz="1200"/>
            </a:lvl5pPr>
            <a:lvl6pPr marL="1714457" indent="0">
              <a:buNone/>
              <a:defRPr sz="1200"/>
            </a:lvl6pPr>
            <a:lvl7pPr marL="2057348" indent="0">
              <a:buNone/>
              <a:defRPr sz="1200"/>
            </a:lvl7pPr>
            <a:lvl8pPr marL="2400240" indent="0">
              <a:buNone/>
              <a:defRPr sz="1200"/>
            </a:lvl8pPr>
            <a:lvl9pPr marL="2743132" indent="0">
              <a:buNone/>
              <a:defRPr sz="12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1" y="4025504"/>
            <a:ext cx="6686549" cy="370284"/>
          </a:xfrm>
        </p:spPr>
        <p:txBody>
          <a:bodyPr>
            <a:normAutofit/>
          </a:bodyPr>
          <a:lstStyle>
            <a:lvl1pPr marL="0" indent="0">
              <a:buNone/>
              <a:defRPr sz="900"/>
            </a:lvl1pPr>
            <a:lvl2pPr marL="342892" indent="0">
              <a:buNone/>
              <a:defRPr sz="900"/>
            </a:lvl2pPr>
            <a:lvl3pPr marL="685783" indent="0">
              <a:buNone/>
              <a:defRPr sz="800"/>
            </a:lvl3pPr>
            <a:lvl4pPr marL="1028675" indent="0">
              <a:buNone/>
              <a:defRPr sz="700"/>
            </a:lvl4pPr>
            <a:lvl5pPr marL="1371566" indent="0">
              <a:buNone/>
              <a:defRPr sz="700"/>
            </a:lvl5pPr>
            <a:lvl6pPr marL="1714457" indent="0">
              <a:buNone/>
              <a:defRPr sz="700"/>
            </a:lvl6pPr>
            <a:lvl7pPr marL="2057348" indent="0">
              <a:buNone/>
              <a:defRPr sz="700"/>
            </a:lvl7pPr>
            <a:lvl8pPr marL="2400240" indent="0">
              <a:buNone/>
              <a:defRPr sz="700"/>
            </a:lvl8pPr>
            <a:lvl9pPr marL="2743132" indent="0">
              <a:buNone/>
              <a:defRPr sz="7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3683796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2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75468115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457200"/>
            <a:ext cx="6686549" cy="233778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1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2383634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4746893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37463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56260" y="2628900"/>
            <a:ext cx="5652416" cy="28575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2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1" y="3265535"/>
            <a:ext cx="6686549" cy="1166898"/>
          </a:xfrm>
        </p:spPr>
        <p:txBody>
          <a:bodyPr anchor="ctr">
            <a:normAutofit/>
          </a:bodyPr>
          <a:lstStyle>
            <a:lvl1pPr marL="0" indent="0" algn="l">
              <a:buNone/>
              <a:defRPr sz="14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34289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2pPr>
            <a:lvl3pPr marL="685783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675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4pPr>
            <a:lvl5pPr marL="1371566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5pPr>
            <a:lvl6pPr marL="1714457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6pPr>
            <a:lvl7pPr marL="2057348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7pPr>
            <a:lvl8pPr marL="2400240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8pPr>
            <a:lvl9pPr marL="2743132" indent="0">
              <a:buNone/>
              <a:defRPr sz="11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2" y="2383634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398862" y="2433105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850740" y="486004"/>
            <a:ext cx="457200" cy="438582"/>
          </a:xfrm>
          <a:prstGeom prst="rect">
            <a:avLst/>
          </a:prstGeom>
        </p:spPr>
        <p:txBody>
          <a:bodyPr vert="horz" lIns="68579" tIns="34289" rIns="68579" bIns="34289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36140" y="2178980"/>
            <a:ext cx="457200" cy="438582"/>
          </a:xfrm>
          <a:prstGeom prst="rect">
            <a:avLst/>
          </a:prstGeom>
        </p:spPr>
        <p:txBody>
          <a:bodyPr vert="horz" lIns="68579" tIns="34289" rIns="68579" bIns="34289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49931660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1828800"/>
            <a:ext cx="6686549" cy="2043634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1" y="3886202"/>
            <a:ext cx="6686549" cy="547217"/>
          </a:xfrm>
        </p:spPr>
        <p:txBody>
          <a:bodyPr vert="horz" lIns="91438" tIns="45719" rIns="91438" bIns="45719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3683796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2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77882026"/>
      </p:ext>
    </p:extLst>
  </p:cSld>
  <p:clrMapOvr>
    <a:masterClrMapping/>
  </p:clrMapOvr>
  <p:transition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137463" y="457200"/>
            <a:ext cx="6295445" cy="2171700"/>
          </a:xfrm>
        </p:spPr>
        <p:txBody>
          <a:bodyPr anchor="ctr">
            <a:normAutofit/>
          </a:bodyPr>
          <a:lstStyle>
            <a:lvl1pPr algn="l">
              <a:defRPr sz="36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10" y="3257550"/>
            <a:ext cx="6686549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1" y="3886202"/>
            <a:ext cx="6686549" cy="547217"/>
          </a:xfrm>
        </p:spPr>
        <p:txBody>
          <a:bodyPr vert="horz" lIns="91438" tIns="45719" rIns="91438" bIns="45719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3142" y="3683796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2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1850740" y="486004"/>
            <a:ext cx="457200" cy="438582"/>
          </a:xfrm>
          <a:prstGeom prst="rect">
            <a:avLst/>
          </a:prstGeom>
        </p:spPr>
        <p:txBody>
          <a:bodyPr vert="horz" lIns="68579" tIns="34289" rIns="68579" bIns="34289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36140" y="2178980"/>
            <a:ext cx="457200" cy="438582"/>
          </a:xfrm>
          <a:prstGeom prst="rect">
            <a:avLst/>
          </a:prstGeom>
        </p:spPr>
        <p:txBody>
          <a:bodyPr vert="horz" lIns="68579" tIns="34289" rIns="68579" bIns="34289" rtlCol="0" anchor="ctr">
            <a:noAutofit/>
          </a:bodyPr>
          <a:lstStyle/>
          <a:p>
            <a:pPr lvl="0"/>
            <a:r>
              <a:rPr lang="en-US" sz="6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33232265"/>
      </p:ext>
    </p:extLst>
  </p:cSld>
  <p:clrMapOvr>
    <a:masterClrMapping/>
  </p:clrMapOvr>
  <p:transition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1911" y="470556"/>
            <a:ext cx="6686549" cy="2160015"/>
          </a:xfrm>
        </p:spPr>
        <p:txBody>
          <a:bodyPr anchor="ctr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1910" y="3257550"/>
            <a:ext cx="6686549" cy="62865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1800">
                <a:solidFill>
                  <a:schemeClr val="accent1"/>
                </a:solidFill>
              </a:defRPr>
            </a:lvl1pPr>
            <a:lvl2pPr marL="342892" indent="0">
              <a:buFontTx/>
              <a:buNone/>
              <a:defRPr/>
            </a:lvl2pPr>
            <a:lvl3pPr marL="685783" indent="0">
              <a:buFontTx/>
              <a:buNone/>
              <a:defRPr/>
            </a:lvl3pPr>
            <a:lvl4pPr marL="1028675" indent="0">
              <a:buFontTx/>
              <a:buNone/>
              <a:defRPr/>
            </a:lvl4pPr>
            <a:lvl5pPr marL="1371566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1911" y="3886202"/>
            <a:ext cx="6686549" cy="547217"/>
          </a:xfrm>
        </p:spPr>
        <p:txBody>
          <a:bodyPr vert="horz" lIns="91438" tIns="45719" rIns="91438" bIns="45719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n-US" dirty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3142" y="3683796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398862" y="3737316"/>
            <a:ext cx="584825" cy="273844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740263"/>
      </p:ext>
    </p:extLst>
  </p:cSld>
  <p:clrMapOvr>
    <a:masterClrMapping/>
  </p:clrMapOvr>
  <p:transition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05079145"/>
      </p:ext>
    </p:extLst>
  </p:cSld>
  <p:clrMapOvr>
    <a:masterClrMapping/>
  </p:clrMapOvr>
  <p:transition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971111" y="470556"/>
            <a:ext cx="1655701" cy="3962863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1910" y="470556"/>
            <a:ext cx="4857749" cy="396286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3142" y="535783"/>
            <a:ext cx="1191396" cy="380473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17301481"/>
      </p:ext>
    </p:extLst>
  </p:cSld>
  <p:clrMapOvr>
    <a:masterClrMapping/>
  </p:clrMapOvr>
  <p:transition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3705212"/>
            <a:ext cx="9144000" cy="522725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>
                <a:ea typeface="맑은 고딕" pitchFamily="50" charset="-127"/>
              </a:rPr>
              <a:t>FREE PPT TEMPLATES</a:t>
            </a:r>
            <a:endParaRPr lang="en-US" altLang="ko-KR" dirty="0"/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-148" y="4227934"/>
            <a:ext cx="9144000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100000"/>
              </a:lnSpc>
              <a:buNone/>
              <a:defRPr sz="14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INSTERT THE TITLE OF YOUR PRESENTATION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121043204"/>
      </p:ext>
    </p:extLst>
  </p:cSld>
  <p:clrMapOvr>
    <a:masterClrMapping/>
  </p:clrMapOvr>
  <p:transition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nyPPT.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  <a:pPr/>
              <a:t>‹N°›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499356250"/>
      </p:ext>
    </p:extLst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 Slide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 userDrawn="1"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>
              <a:alpha val="39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/>
          </a:p>
        </p:txBody>
      </p:sp>
      <p:sp>
        <p:nvSpPr>
          <p:cNvPr id="2" name="Oval 1"/>
          <p:cNvSpPr/>
          <p:nvPr userDrawn="1"/>
        </p:nvSpPr>
        <p:spPr>
          <a:xfrm>
            <a:off x="2699794" y="699543"/>
            <a:ext cx="3744416" cy="3744416"/>
          </a:xfrm>
          <a:prstGeom prst="ellipse">
            <a:avLst/>
          </a:prstGeom>
          <a:solidFill>
            <a:schemeClr val="accent1">
              <a:alpha val="77000"/>
            </a:schemeClr>
          </a:solidFill>
          <a:ln w="857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ko-KR" altLang="en-US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699794" y="2181230"/>
            <a:ext cx="3744416" cy="57606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3600"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Thank you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699644" y="2757295"/>
            <a:ext cx="3744416" cy="288032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4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</p:spTree>
    <p:extLst>
      <p:ext uri="{BB962C8B-B14F-4D97-AF65-F5344CB8AC3E}">
        <p14:creationId xmlns:p14="http://schemas.microsoft.com/office/powerpoint/2010/main" val="2670032265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2.xml"/><Relationship Id="rId13" Type="http://schemas.openxmlformats.org/officeDocument/2006/relationships/slideLayout" Target="../slideLayouts/slideLayout27.xml"/><Relationship Id="rId18" Type="http://schemas.openxmlformats.org/officeDocument/2006/relationships/slideLayout" Target="../slideLayouts/slideLayout32.xml"/><Relationship Id="rId3" Type="http://schemas.openxmlformats.org/officeDocument/2006/relationships/slideLayout" Target="../slideLayouts/slideLayout17.xml"/><Relationship Id="rId7" Type="http://schemas.openxmlformats.org/officeDocument/2006/relationships/slideLayout" Target="../slideLayouts/slideLayout21.xml"/><Relationship Id="rId12" Type="http://schemas.openxmlformats.org/officeDocument/2006/relationships/slideLayout" Target="../slideLayouts/slideLayout26.xml"/><Relationship Id="rId17" Type="http://schemas.openxmlformats.org/officeDocument/2006/relationships/slideLayout" Target="../slideLayouts/slideLayout31.xml"/><Relationship Id="rId2" Type="http://schemas.openxmlformats.org/officeDocument/2006/relationships/slideLayout" Target="../slideLayouts/slideLayout16.xml"/><Relationship Id="rId16" Type="http://schemas.openxmlformats.org/officeDocument/2006/relationships/slideLayout" Target="../slideLayouts/slideLayout30.xml"/><Relationship Id="rId20" Type="http://schemas.openxmlformats.org/officeDocument/2006/relationships/theme" Target="../theme/theme3.xml"/><Relationship Id="rId1" Type="http://schemas.openxmlformats.org/officeDocument/2006/relationships/slideLayout" Target="../slideLayouts/slideLayout15.xml"/><Relationship Id="rId6" Type="http://schemas.openxmlformats.org/officeDocument/2006/relationships/slideLayout" Target="../slideLayouts/slideLayout20.xml"/><Relationship Id="rId11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9.xml"/><Relationship Id="rId15" Type="http://schemas.openxmlformats.org/officeDocument/2006/relationships/slideLayout" Target="../slideLayouts/slideLayout29.xml"/><Relationship Id="rId10" Type="http://schemas.openxmlformats.org/officeDocument/2006/relationships/slideLayout" Target="../slideLayouts/slideLayout24.xml"/><Relationship Id="rId19" Type="http://schemas.openxmlformats.org/officeDocument/2006/relationships/slideLayout" Target="../slideLayouts/slideLayout33.xml"/><Relationship Id="rId4" Type="http://schemas.openxmlformats.org/officeDocument/2006/relationships/slideLayout" Target="../slideLayouts/slideLayout18.xml"/><Relationship Id="rId9" Type="http://schemas.openxmlformats.org/officeDocument/2006/relationships/slideLayout" Target="../slideLayouts/slideLayout23.xml"/><Relationship Id="rId14" Type="http://schemas.openxmlformats.org/officeDocument/2006/relationships/slideLayout" Target="../slideLayouts/slideLayout2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37555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9" r:id="rId1"/>
    <p:sldLayoutId id="2147483652" r:id="rId2"/>
    <p:sldLayoutId id="2147483661" r:id="rId3"/>
    <p:sldLayoutId id="2147483660" r:id="rId4"/>
    <p:sldLayoutId id="2147483662" r:id="rId5"/>
    <p:sldLayoutId id="2147483655" r:id="rId6"/>
    <p:sldLayoutId id="2147483663" r:id="rId7"/>
    <p:sldLayoutId id="2147483664" r:id="rId8"/>
    <p:sldLayoutId id="2147483668" r:id="rId9"/>
    <p:sldLayoutId id="2147483665" r:id="rId10"/>
    <p:sldLayoutId id="2147483670" r:id="rId11"/>
    <p:sldLayoutId id="2147483672" r:id="rId12"/>
    <p:sldLayoutId id="2147483656" r:id="rId13"/>
  </p:sldLayoutIdLst>
  <p:transition/>
  <p:hf sldNum="0" hdr="0" ftr="0" dt="0"/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5471070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ransition/>
  <p:hf sldNum="0" hdr="0" ftr="0" dt="0"/>
  <p:txStyles>
    <p:titleStyle>
      <a:lvl1pPr algn="ctr" defTabSz="914378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92" indent="-342892" algn="l" defTabSz="914378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defTabSz="914378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defTabSz="914378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defTabSz="914378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5" y="171452"/>
            <a:ext cx="2138636" cy="4978971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0416" y="-587"/>
            <a:ext cx="1767506" cy="514052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1" y="0"/>
            <a:ext cx="137161" cy="51435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944695" y="468082"/>
            <a:ext cx="6683765" cy="960668"/>
          </a:xfrm>
          <a:prstGeom prst="rect">
            <a:avLst/>
          </a:prstGeom>
        </p:spPr>
        <p:txBody>
          <a:bodyPr vert="horz" lIns="91438" tIns="45719" rIns="91438" bIns="45719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1910" y="1600200"/>
            <a:ext cx="6686549" cy="2914650"/>
          </a:xfrm>
          <a:prstGeom prst="rect">
            <a:avLst/>
          </a:prstGeom>
        </p:spPr>
        <p:txBody>
          <a:bodyPr vert="horz" lIns="91438" tIns="45719" rIns="91438" bIns="45719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771211" y="4597830"/>
            <a:ext cx="859712" cy="277797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941912" y="4601856"/>
            <a:ext cx="5714999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l">
              <a:defRPr sz="7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398862" y="590838"/>
            <a:ext cx="584825" cy="273844"/>
          </a:xfrm>
          <a:prstGeom prst="rect">
            <a:avLst/>
          </a:prstGeom>
        </p:spPr>
        <p:txBody>
          <a:bodyPr vert="horz" lIns="91438" tIns="45719" rIns="91438" bIns="45719" rtlCol="0" anchor="ctr"/>
          <a:lstStyle>
            <a:lvl1pPr algn="r">
              <a:defRPr sz="15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‹N°›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2969477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  <p:sldLayoutId id="2147483742" r:id="rId4"/>
    <p:sldLayoutId id="2147483743" r:id="rId5"/>
    <p:sldLayoutId id="2147483744" r:id="rId6"/>
    <p:sldLayoutId id="2147483745" r:id="rId7"/>
    <p:sldLayoutId id="2147483746" r:id="rId8"/>
    <p:sldLayoutId id="2147483747" r:id="rId9"/>
    <p:sldLayoutId id="2147483748" r:id="rId10"/>
    <p:sldLayoutId id="2147483749" r:id="rId11"/>
    <p:sldLayoutId id="2147483750" r:id="rId12"/>
    <p:sldLayoutId id="2147483751" r:id="rId13"/>
    <p:sldLayoutId id="2147483752" r:id="rId14"/>
    <p:sldLayoutId id="2147483753" r:id="rId15"/>
    <p:sldLayoutId id="2147483754" r:id="rId16"/>
    <p:sldLayoutId id="2147483755" r:id="rId17"/>
    <p:sldLayoutId id="2147483756" r:id="rId18"/>
    <p:sldLayoutId id="2147483757" r:id="rId19"/>
  </p:sldLayoutIdLst>
  <p:transition/>
  <p:hf sldNum="0" hdr="0" ftr="0" dt="0"/>
  <p:txStyles>
    <p:titleStyle>
      <a:lvl1pPr algn="l" defTabSz="342892" rtl="0" eaLnBrk="1" latinLnBrk="0" hangingPunct="1">
        <a:spcBef>
          <a:spcPct val="0"/>
        </a:spcBef>
        <a:buNone/>
        <a:defRPr sz="27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57168" indent="-257168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557199" indent="-214308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857228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11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200120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1543012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885903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228795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2571686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2914577" indent="-171446" algn="l" defTabSz="342892" rtl="0" eaLnBrk="1" latinLnBrk="0" hangingPunct="1">
        <a:spcBef>
          <a:spcPts val="750"/>
        </a:spcBef>
        <a:spcAft>
          <a:spcPts val="0"/>
        </a:spcAft>
        <a:buClr>
          <a:schemeClr val="accent1"/>
        </a:buClr>
        <a:buFont typeface="Wingdings 3" charset="2"/>
        <a:buChar char=""/>
        <a:defRPr sz="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342892" rtl="0" eaLnBrk="1" latinLnBrk="0" hangingPunct="1"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7" Type="http://schemas.openxmlformats.org/officeDocument/2006/relationships/image" Target="../media/image1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2.xml"/><Relationship Id="rId6" Type="http://schemas.microsoft.com/office/2007/relationships/hdphoto" Target="../media/hdphoto1.wdp"/><Relationship Id="rId5" Type="http://schemas.openxmlformats.org/officeDocument/2006/relationships/image" Target="../media/image13.png"/><Relationship Id="rId4" Type="http://schemas.openxmlformats.org/officeDocument/2006/relationships/image" Target="../media/image1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microsoft.com/office/2007/relationships/hdphoto" Target="../media/hdphoto1.wdp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jpeg"/><Relationship Id="rId11" Type="http://schemas.openxmlformats.org/officeDocument/2006/relationships/image" Target="../media/image29.png"/><Relationship Id="rId5" Type="http://schemas.openxmlformats.org/officeDocument/2006/relationships/image" Target="../media/image23.png"/><Relationship Id="rId10" Type="http://schemas.openxmlformats.org/officeDocument/2006/relationships/image" Target="../media/image28.jpe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3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37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png"/><Relationship Id="rId2" Type="http://schemas.openxmlformats.org/officeDocument/2006/relationships/image" Target="../media/image38.png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png"/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4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4.jpg"/><Relationship Id="rId4" Type="http://schemas.openxmlformats.org/officeDocument/2006/relationships/image" Target="../media/image43.jpeg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lowchart: Process 5">
            <a:extLst>
              <a:ext uri="{FF2B5EF4-FFF2-40B4-BE49-F238E27FC236}">
                <a16:creationId xmlns:a16="http://schemas.microsoft.com/office/drawing/2014/main" id="{1D94F3DA-2E95-4E1D-97A6-A1B845BE128F}"/>
              </a:ext>
            </a:extLst>
          </p:cNvPr>
          <p:cNvSpPr/>
          <p:nvPr/>
        </p:nvSpPr>
        <p:spPr>
          <a:xfrm>
            <a:off x="-351729" y="-1022044"/>
            <a:ext cx="9312866" cy="5298684"/>
          </a:xfrm>
          <a:prstGeom prst="flowChartProcess">
            <a:avLst/>
          </a:prstGeom>
          <a:solidFill>
            <a:srgbClr val="FFFFFF">
              <a:alpha val="74118"/>
            </a:srgbClr>
          </a:solidFill>
          <a:ln/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fr-FR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Monotype Corsiva" panose="03010101010201010101" pitchFamily="66" charset="0"/>
                <a:cs typeface="Simplified Arabic Fixed" panose="02070309020205020404" pitchFamily="49" charset="-78"/>
              </a:rPr>
              <a:t> PRÉSENTATION DU PROJET </a:t>
            </a:r>
            <a:endParaRPr lang="fr-FR" sz="2400" dirty="0">
              <a:latin typeface="Monotype Corsiva" pitchFamily="66" charset="0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708FBA4-5FD0-4F94-A8F5-A1B53A116142}"/>
              </a:ext>
            </a:extLst>
          </p:cNvPr>
          <p:cNvSpPr txBox="1"/>
          <p:nvPr/>
        </p:nvSpPr>
        <p:spPr>
          <a:xfrm>
            <a:off x="0" y="47686"/>
            <a:ext cx="9144000" cy="155427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sz="2000" dirty="0">
              <a:solidFill>
                <a:srgbClr val="4C9BD3"/>
              </a:solidFill>
              <a:ea typeface="Roboto" panose="02000000000000000000" pitchFamily="2" charset="0"/>
              <a:cs typeface="Roboto" panose="02000000000000000000" pitchFamily="2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500" dirty="0">
              <a:solidFill>
                <a:srgbClr val="4C9BD3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200" b="1" dirty="0">
              <a:cs typeface="Times New Roman" panose="02020603050405020304" pitchFamily="18" charset="0"/>
            </a:endParaRPr>
          </a:p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dirty="0">
              <a:solidFill>
                <a:srgbClr val="4C9BD3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r>
              <a:rPr lang="fr-FR" sz="1200" dirty="0"/>
              <a:t>                                                                                                                                                           </a:t>
            </a:r>
          </a:p>
          <a:p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5BF8FECF-5D97-4B3B-9BA9-97BA4DD7280D}"/>
              </a:ext>
            </a:extLst>
          </p:cNvPr>
          <p:cNvSpPr txBox="1"/>
          <p:nvPr/>
        </p:nvSpPr>
        <p:spPr>
          <a:xfrm>
            <a:off x="107505" y="3651871"/>
            <a:ext cx="1800201" cy="1061827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>
              <a:lnSpc>
                <a:spcPct val="150000"/>
              </a:lnSpc>
            </a:pPr>
            <a:endParaRPr lang="fr-FR" dirty="0">
              <a:solidFill>
                <a:srgbClr val="4C9BD3"/>
              </a:solidFill>
              <a:cs typeface="Times New Roman" panose="02020603050405020304" pitchFamily="18" charset="0"/>
            </a:endParaRPr>
          </a:p>
          <a:p>
            <a:endParaRPr lang="fr-FR" dirty="0">
              <a:solidFill>
                <a:srgbClr val="4C9BD3"/>
              </a:solidFill>
              <a:cs typeface="Times New Roman" panose="02020603050405020304" pitchFamily="18" charset="0"/>
            </a:endParaRPr>
          </a:p>
          <a:p>
            <a:endParaRPr lang="fr-FR" dirty="0"/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E52870A-5C4D-4AF2-8FE9-F74BA68B1942}"/>
              </a:ext>
            </a:extLst>
          </p:cNvPr>
          <p:cNvSpPr txBox="1"/>
          <p:nvPr/>
        </p:nvSpPr>
        <p:spPr>
          <a:xfrm>
            <a:off x="5879104" y="3668803"/>
            <a:ext cx="3273170" cy="870686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>
              <a:lnSpc>
                <a:spcPct val="150000"/>
              </a:lnSpc>
            </a:pPr>
            <a:r>
              <a:rPr lang="fr-FR" dirty="0">
                <a:solidFill>
                  <a:srgbClr val="4C9BD3"/>
                </a:solidFill>
                <a:latin typeface="Monotype Corsiva" panose="03010101010201010101" pitchFamily="66" charset="0"/>
                <a:cs typeface="Times New Roman" panose="02020603050405020304" pitchFamily="18" charset="0"/>
              </a:rPr>
              <a:t>                 </a:t>
            </a:r>
            <a:r>
              <a:rPr lang="fr-FR" sz="1600" b="1" dirty="0"/>
              <a:t> </a:t>
            </a:r>
            <a:endParaRPr lang="fr-FR" sz="1600" b="1" dirty="0">
              <a:solidFill>
                <a:srgbClr val="4C9BD3"/>
              </a:solidFill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fr-FR" dirty="0">
                <a:solidFill>
                  <a:srgbClr val="4C9BD3"/>
                </a:solidFill>
                <a:cs typeface="Times New Roman" panose="02020603050405020304" pitchFamily="18" charset="0"/>
              </a:rPr>
              <a:t>            </a:t>
            </a:r>
            <a:endParaRPr lang="fr-FR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DE228E26-3C93-494F-BB67-4471FD5CE676}"/>
              </a:ext>
            </a:extLst>
          </p:cNvPr>
          <p:cNvSpPr txBox="1"/>
          <p:nvPr/>
        </p:nvSpPr>
        <p:spPr>
          <a:xfrm>
            <a:off x="1896587" y="3421141"/>
            <a:ext cx="4320480" cy="1286184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>
              <a:lnSpc>
                <a:spcPct val="150000"/>
              </a:lnSpc>
            </a:pPr>
            <a:r>
              <a:rPr lang="fr-FR" altLang="fr-FR" dirty="0">
                <a:solidFill>
                  <a:srgbClr val="4C9BD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Réalisé par :</a:t>
            </a:r>
          </a:p>
          <a:p>
            <a:pPr algn="ctr">
              <a:lnSpc>
                <a:spcPct val="150000"/>
              </a:lnSpc>
            </a:pPr>
            <a:r>
              <a:rPr lang="fr-FR" b="1" u="sng" dirty="0" err="1">
                <a:cs typeface="Times New Roman" panose="02020603050405020304" pitchFamily="18" charset="0"/>
              </a:rPr>
              <a:t>Chaima</a:t>
            </a:r>
            <a:r>
              <a:rPr lang="fr-FR" b="1" u="sng" dirty="0">
                <a:cs typeface="Times New Roman" panose="02020603050405020304" pitchFamily="18" charset="0"/>
              </a:rPr>
              <a:t> </a:t>
            </a:r>
            <a:r>
              <a:rPr lang="fr-FR" b="1" u="sng" dirty="0" err="1">
                <a:cs typeface="Times New Roman" panose="02020603050405020304" pitchFamily="18" charset="0"/>
              </a:rPr>
              <a:t>ziadi</a:t>
            </a:r>
            <a:endParaRPr lang="fr-FR" b="1" u="sng" dirty="0"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fr-FR" altLang="fr-FR" dirty="0">
              <a:solidFill>
                <a:srgbClr val="4C9BD3"/>
              </a:solidFill>
              <a:ea typeface="Calibri" panose="020F0502020204030204" pitchFamily="34" charset="0"/>
              <a:cs typeface="Times New Roman" panose="02020603050405020304" pitchFamily="18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455B35CC-5956-45B7-AD73-183E58DFF451}"/>
              </a:ext>
            </a:extLst>
          </p:cNvPr>
          <p:cNvSpPr txBox="1"/>
          <p:nvPr/>
        </p:nvSpPr>
        <p:spPr>
          <a:xfrm>
            <a:off x="1064344" y="1895457"/>
            <a:ext cx="6480720" cy="1138771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altLang="fr-FR" dirty="0">
                <a:solidFill>
                  <a:srgbClr val="4C9BD3"/>
                </a:solidFill>
                <a:ea typeface="Calibri" panose="020F0502020204030204" pitchFamily="34" charset="0"/>
                <a:cs typeface="Times New Roman" panose="02020603050405020304" pitchFamily="18" charset="0"/>
              </a:rPr>
              <a:t>Sujet 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endParaRPr lang="fr-FR" altLang="fr-FR" sz="1400" dirty="0">
              <a:solidFill>
                <a:srgbClr val="4C9BD3"/>
              </a:solidFill>
            </a:endParaRP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fr-FR" sz="1800" b="1" u="sng" dirty="0">
                <a:solidFill>
                  <a:srgbClr val="404040"/>
                </a:solidFill>
                <a:latin typeface="Inter"/>
              </a:rPr>
              <a:t>Plateforme d'Éducation en Ligne</a:t>
            </a:r>
            <a:endParaRPr lang="fr-FR" sz="1800" b="1" u="sng" dirty="0"/>
          </a:p>
          <a:p>
            <a:endParaRPr lang="fr-FR" dirty="0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6ADB8035-39CA-4B5B-8EDA-D7CE6EFDABE1}"/>
              </a:ext>
            </a:extLst>
          </p:cNvPr>
          <p:cNvSpPr txBox="1"/>
          <p:nvPr/>
        </p:nvSpPr>
        <p:spPr>
          <a:xfrm>
            <a:off x="1221395" y="316505"/>
            <a:ext cx="6495410" cy="36933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fr-FR" dirty="0"/>
              <a:t>Institut Supérieure des Etude Technologiques SIDI BOUZID</a:t>
            </a:r>
            <a:endParaRPr lang="fr-FR" dirty="0">
              <a:ea typeface="Roboto" panose="02000000000000000000" pitchFamily="2" charset="0"/>
              <a:cs typeface="Roboto" panose="02000000000000000000" pitchFamily="2" charset="0"/>
            </a:endParaRPr>
          </a:p>
        </p:txBody>
      </p:sp>
      <p:pic>
        <p:nvPicPr>
          <p:cNvPr id="14" name="Image 13">
            <a:extLst>
              <a:ext uri="{FF2B5EF4-FFF2-40B4-BE49-F238E27FC236}">
                <a16:creationId xmlns:a16="http://schemas.microsoft.com/office/drawing/2014/main" id="{A688D027-DE89-4FED-9686-9F6EC975A4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4855" y="47685"/>
            <a:ext cx="1224136" cy="1071791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156A43E5-34C8-4140-AD9C-A7262D1D209C}"/>
              </a:ext>
            </a:extLst>
          </p:cNvPr>
          <p:cNvSpPr/>
          <p:nvPr/>
        </p:nvSpPr>
        <p:spPr>
          <a:xfrm>
            <a:off x="1007605" y="1167162"/>
            <a:ext cx="7538451" cy="2087808"/>
          </a:xfrm>
          <a:prstGeom prst="rect">
            <a:avLst/>
          </a:prstGeom>
          <a:noFill/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971841378"/>
      </p:ext>
    </p:extLst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Freeform 5"/>
          <p:cNvSpPr/>
          <p:nvPr/>
        </p:nvSpPr>
        <p:spPr>
          <a:xfrm>
            <a:off x="3319779" y="1665841"/>
            <a:ext cx="2216066" cy="1697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2" h="21600" extrusionOk="0">
                <a:moveTo>
                  <a:pt x="21072" y="10822"/>
                </a:moveTo>
                <a:lnTo>
                  <a:pt x="1584" y="0"/>
                </a:lnTo>
                <a:cubicBezTo>
                  <a:pt x="-523" y="6923"/>
                  <a:pt x="-528" y="14673"/>
                  <a:pt x="1571" y="21600"/>
                </a:cubicBezTo>
                <a:close/>
              </a:path>
            </a:pathLst>
          </a:custGeom>
          <a:gradFill>
            <a:gsLst>
              <a:gs pos="2419">
                <a:srgbClr val="337C7A"/>
              </a:gs>
              <a:gs pos="29316">
                <a:srgbClr val="19989A"/>
              </a:gs>
              <a:gs pos="100000">
                <a:srgbClr val="00B4B9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4" name="Freeform 6"/>
          <p:cNvSpPr/>
          <p:nvPr/>
        </p:nvSpPr>
        <p:spPr>
          <a:xfrm>
            <a:off x="3500533" y="432787"/>
            <a:ext cx="2049502" cy="20498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12666" y="0"/>
                </a:lnTo>
                <a:cubicBezTo>
                  <a:pt x="6957" y="2401"/>
                  <a:pt x="2412" y="6937"/>
                  <a:pt x="0" y="12639"/>
                </a:cubicBezTo>
                <a:close/>
              </a:path>
            </a:pathLst>
          </a:custGeom>
          <a:gradFill>
            <a:gsLst>
              <a:gs pos="23892">
                <a:srgbClr val="21C885"/>
              </a:gs>
              <a:gs pos="50473">
                <a:srgbClr val="7FE478"/>
              </a:gs>
              <a:gs pos="100000">
                <a:srgbClr val="DEFF6B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5" name="Freeform 7"/>
          <p:cNvSpPr/>
          <p:nvPr/>
        </p:nvSpPr>
        <p:spPr>
          <a:xfrm>
            <a:off x="5616974" y="434122"/>
            <a:ext cx="2050354" cy="2049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8961" y="0"/>
                </a:moveTo>
                <a:lnTo>
                  <a:pt x="0" y="21600"/>
                </a:lnTo>
                <a:lnTo>
                  <a:pt x="21600" y="12665"/>
                </a:lnTo>
                <a:cubicBezTo>
                  <a:pt x="19198" y="6956"/>
                  <a:pt x="14663" y="2412"/>
                  <a:pt x="8961" y="0"/>
                </a:cubicBezTo>
                <a:close/>
              </a:path>
            </a:pathLst>
          </a:custGeom>
          <a:gradFill>
            <a:gsLst>
              <a:gs pos="1890">
                <a:srgbClr val="FF2A70"/>
              </a:gs>
              <a:gs pos="64135">
                <a:srgbClr val="E1359B"/>
              </a:gs>
              <a:gs pos="98899">
                <a:srgbClr val="C23FC6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6" name="Freeform 8"/>
          <p:cNvSpPr/>
          <p:nvPr/>
        </p:nvSpPr>
        <p:spPr>
          <a:xfrm>
            <a:off x="4736174" y="253655"/>
            <a:ext cx="1697813" cy="221506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72" extrusionOk="0">
                <a:moveTo>
                  <a:pt x="21600" y="1584"/>
                </a:moveTo>
                <a:cubicBezTo>
                  <a:pt x="14677" y="-523"/>
                  <a:pt x="6927" y="-528"/>
                  <a:pt x="0" y="1572"/>
                </a:cubicBezTo>
                <a:lnTo>
                  <a:pt x="10781" y="21072"/>
                </a:lnTo>
                <a:close/>
              </a:path>
            </a:pathLst>
          </a:custGeom>
          <a:gradFill>
            <a:gsLst>
              <a:gs pos="22846">
                <a:srgbClr val="FF3847"/>
              </a:gs>
              <a:gs pos="63342">
                <a:srgbClr val="FF7D25"/>
              </a:gs>
              <a:gs pos="100000">
                <a:srgbClr val="FFC203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7" name="Freeform 9"/>
          <p:cNvSpPr/>
          <p:nvPr/>
        </p:nvSpPr>
        <p:spPr>
          <a:xfrm>
            <a:off x="5616973" y="2549833"/>
            <a:ext cx="2049019" cy="204987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8934" y="21600"/>
                </a:lnTo>
                <a:cubicBezTo>
                  <a:pt x="14643" y="19198"/>
                  <a:pt x="19188" y="14663"/>
                  <a:pt x="21600" y="8961"/>
                </a:cubicBezTo>
                <a:close/>
              </a:path>
            </a:pathLst>
          </a:custGeom>
          <a:gradFill>
            <a:gsLst>
              <a:gs pos="22846">
                <a:srgbClr val="4FACFE"/>
              </a:gs>
              <a:gs pos="63342">
                <a:srgbClr val="28CFFE"/>
              </a:gs>
              <a:gs pos="100000">
                <a:srgbClr val="00F2FE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8" name="Freeform 10"/>
          <p:cNvSpPr/>
          <p:nvPr/>
        </p:nvSpPr>
        <p:spPr>
          <a:xfrm>
            <a:off x="5674065" y="1669237"/>
            <a:ext cx="2216066" cy="169742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72" h="21600" extrusionOk="0">
                <a:moveTo>
                  <a:pt x="0" y="10778"/>
                </a:moveTo>
                <a:lnTo>
                  <a:pt x="19488" y="21600"/>
                </a:lnTo>
                <a:cubicBezTo>
                  <a:pt x="21595" y="14677"/>
                  <a:pt x="21600" y="6927"/>
                  <a:pt x="19501" y="0"/>
                </a:cubicBezTo>
                <a:close/>
              </a:path>
            </a:pathLst>
          </a:custGeom>
          <a:gradFill>
            <a:gsLst>
              <a:gs pos="22846">
                <a:srgbClr val="6428AA"/>
              </a:gs>
              <a:gs pos="63240">
                <a:srgbClr val="863DC8"/>
              </a:gs>
              <a:gs pos="99804">
                <a:srgbClr val="A852E6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59" name="Freeform 11"/>
          <p:cNvSpPr/>
          <p:nvPr/>
        </p:nvSpPr>
        <p:spPr>
          <a:xfrm>
            <a:off x="4732779" y="2563779"/>
            <a:ext cx="1697813" cy="22155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072" extrusionOk="0">
                <a:moveTo>
                  <a:pt x="10822" y="0"/>
                </a:moveTo>
                <a:lnTo>
                  <a:pt x="0" y="19488"/>
                </a:lnTo>
                <a:cubicBezTo>
                  <a:pt x="6923" y="21595"/>
                  <a:pt x="14673" y="21600"/>
                  <a:pt x="21600" y="19501"/>
                </a:cubicBezTo>
                <a:close/>
              </a:path>
            </a:pathLst>
          </a:custGeom>
          <a:gradFill>
            <a:gsLst>
              <a:gs pos="2419">
                <a:srgbClr val="0CB100"/>
              </a:gs>
              <a:gs pos="29316">
                <a:srgbClr val="85CE02"/>
              </a:gs>
              <a:gs pos="100000">
                <a:srgbClr val="FFEA03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0" name="Freeform 12"/>
          <p:cNvSpPr/>
          <p:nvPr/>
        </p:nvSpPr>
        <p:spPr>
          <a:xfrm>
            <a:off x="3499436" y="2549833"/>
            <a:ext cx="2050596" cy="204854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8934"/>
                </a:lnTo>
                <a:cubicBezTo>
                  <a:pt x="2402" y="14643"/>
                  <a:pt x="6936" y="19188"/>
                  <a:pt x="12638" y="21600"/>
                </a:cubicBezTo>
                <a:close/>
              </a:path>
            </a:pathLst>
          </a:custGeom>
          <a:gradFill>
            <a:gsLst>
              <a:gs pos="2419">
                <a:srgbClr val="FF8A00"/>
              </a:gs>
              <a:gs pos="29316">
                <a:srgbClr val="FFBA02"/>
              </a:gs>
              <a:gs pos="100000">
                <a:srgbClr val="FFEA03"/>
              </a:gs>
            </a:gsLst>
            <a:lin ang="2089255"/>
          </a:gra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1" name="Freeform 13"/>
          <p:cNvSpPr/>
          <p:nvPr/>
        </p:nvSpPr>
        <p:spPr>
          <a:xfrm>
            <a:off x="4799236" y="462615"/>
            <a:ext cx="1571207" cy="2006108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780" y="21600"/>
                </a:moveTo>
                <a:lnTo>
                  <a:pt x="21600" y="1192"/>
                </a:lnTo>
                <a:cubicBezTo>
                  <a:pt x="19977" y="676"/>
                  <a:pt x="18297" y="277"/>
                  <a:pt x="16582" y="0"/>
                </a:cubicBezTo>
                <a:cubicBezTo>
                  <a:pt x="16256" y="2500"/>
                  <a:pt x="13404" y="4319"/>
                  <a:pt x="10212" y="4064"/>
                </a:cubicBezTo>
                <a:cubicBezTo>
                  <a:pt x="7470" y="3845"/>
                  <a:pt x="5301" y="2147"/>
                  <a:pt x="5022" y="0"/>
                </a:cubicBezTo>
                <a:cubicBezTo>
                  <a:pt x="3305" y="275"/>
                  <a:pt x="1625" y="671"/>
                  <a:pt x="0" y="1184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2" name="Freeform 14"/>
          <p:cNvSpPr/>
          <p:nvPr/>
        </p:nvSpPr>
        <p:spPr>
          <a:xfrm>
            <a:off x="3528786" y="1729374"/>
            <a:ext cx="2007060" cy="157084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10820"/>
                </a:moveTo>
                <a:lnTo>
                  <a:pt x="1197" y="0"/>
                </a:lnTo>
                <a:cubicBezTo>
                  <a:pt x="678" y="1634"/>
                  <a:pt x="277" y="3326"/>
                  <a:pt x="0" y="5053"/>
                </a:cubicBezTo>
                <a:cubicBezTo>
                  <a:pt x="2496" y="5417"/>
                  <a:pt x="4288" y="8297"/>
                  <a:pt x="4003" y="11485"/>
                </a:cubicBezTo>
                <a:cubicBezTo>
                  <a:pt x="3763" y="14172"/>
                  <a:pt x="2103" y="16292"/>
                  <a:pt x="0" y="16598"/>
                </a:cubicBezTo>
                <a:cubicBezTo>
                  <a:pt x="275" y="18308"/>
                  <a:pt x="670" y="19982"/>
                  <a:pt x="1181" y="21600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3" name="Freeform 15"/>
          <p:cNvSpPr/>
          <p:nvPr/>
        </p:nvSpPr>
        <p:spPr>
          <a:xfrm>
            <a:off x="5616974" y="587252"/>
            <a:ext cx="1897671" cy="1895412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21600"/>
                </a:moveTo>
                <a:lnTo>
                  <a:pt x="21600" y="12666"/>
                </a:lnTo>
                <a:cubicBezTo>
                  <a:pt x="21038" y="11340"/>
                  <a:pt x="20358" y="10067"/>
                  <a:pt x="19568" y="8862"/>
                </a:cubicBezTo>
                <a:cubicBezTo>
                  <a:pt x="17503" y="10535"/>
                  <a:pt x="14474" y="10215"/>
                  <a:pt x="12802" y="8147"/>
                </a:cubicBezTo>
                <a:cubicBezTo>
                  <a:pt x="11369" y="6375"/>
                  <a:pt x="11375" y="3839"/>
                  <a:pt x="12817" y="2073"/>
                </a:cubicBezTo>
                <a:cubicBezTo>
                  <a:pt x="11598" y="1266"/>
                  <a:pt x="10309" y="572"/>
                  <a:pt x="8964" y="0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4" name="Freeform 16"/>
          <p:cNvSpPr/>
          <p:nvPr/>
        </p:nvSpPr>
        <p:spPr>
          <a:xfrm>
            <a:off x="3653941" y="585918"/>
            <a:ext cx="1896094" cy="1896746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21600"/>
                </a:moveTo>
                <a:lnTo>
                  <a:pt x="12664" y="0"/>
                </a:lnTo>
                <a:cubicBezTo>
                  <a:pt x="11321" y="570"/>
                  <a:pt x="10032" y="1260"/>
                  <a:pt x="8813" y="2063"/>
                </a:cubicBezTo>
                <a:cubicBezTo>
                  <a:pt x="10480" y="4133"/>
                  <a:pt x="10152" y="7162"/>
                  <a:pt x="8081" y="8828"/>
                </a:cubicBezTo>
                <a:cubicBezTo>
                  <a:pt x="6318" y="10246"/>
                  <a:pt x="3806" y="10246"/>
                  <a:pt x="2043" y="8828"/>
                </a:cubicBezTo>
                <a:cubicBezTo>
                  <a:pt x="1248" y="10036"/>
                  <a:pt x="564" y="11313"/>
                  <a:pt x="0" y="12643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63500" dist="35670" dir="2315233" rotWithShape="0">
              <a:srgbClr val="000000">
                <a:alpha val="58669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5" name="Freeform 17"/>
          <p:cNvSpPr/>
          <p:nvPr/>
        </p:nvSpPr>
        <p:spPr>
          <a:xfrm>
            <a:off x="3652606" y="2549833"/>
            <a:ext cx="1897429" cy="1895654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21600" y="0"/>
                </a:moveTo>
                <a:lnTo>
                  <a:pt x="0" y="8933"/>
                </a:lnTo>
                <a:cubicBezTo>
                  <a:pt x="567" y="10272"/>
                  <a:pt x="1255" y="11556"/>
                  <a:pt x="2054" y="12771"/>
                </a:cubicBezTo>
                <a:cubicBezTo>
                  <a:pt x="4138" y="11122"/>
                  <a:pt x="7163" y="11475"/>
                  <a:pt x="8810" y="13560"/>
                </a:cubicBezTo>
                <a:cubicBezTo>
                  <a:pt x="10196" y="15313"/>
                  <a:pt x="10193" y="17790"/>
                  <a:pt x="8804" y="19540"/>
                </a:cubicBezTo>
                <a:cubicBezTo>
                  <a:pt x="10016" y="20342"/>
                  <a:pt x="11300" y="21031"/>
                  <a:pt x="12638" y="21600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6" name="Freeform 18"/>
          <p:cNvSpPr/>
          <p:nvPr/>
        </p:nvSpPr>
        <p:spPr>
          <a:xfrm>
            <a:off x="5630920" y="1732526"/>
            <a:ext cx="2008030" cy="15706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7523" y="10867"/>
                </a:moveTo>
                <a:cubicBezTo>
                  <a:pt x="17524" y="7890"/>
                  <a:pt x="19283" y="5394"/>
                  <a:pt x="21600" y="5086"/>
                </a:cubicBezTo>
                <a:cubicBezTo>
                  <a:pt x="21325" y="3347"/>
                  <a:pt x="20925" y="1645"/>
                  <a:pt x="20406" y="0"/>
                </a:cubicBezTo>
                <a:lnTo>
                  <a:pt x="0" y="10778"/>
                </a:lnTo>
                <a:lnTo>
                  <a:pt x="20393" y="21600"/>
                </a:lnTo>
                <a:cubicBezTo>
                  <a:pt x="20903" y="19996"/>
                  <a:pt x="21298" y="18337"/>
                  <a:pt x="21574" y="16643"/>
                </a:cubicBezTo>
                <a:cubicBezTo>
                  <a:pt x="19269" y="16319"/>
                  <a:pt x="17524" y="13830"/>
                  <a:pt x="17523" y="10867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7" name="Freeform 19"/>
          <p:cNvSpPr/>
          <p:nvPr/>
        </p:nvSpPr>
        <p:spPr>
          <a:xfrm>
            <a:off x="5616974" y="2549835"/>
            <a:ext cx="1895852" cy="1896745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0" y="0"/>
                </a:moveTo>
                <a:lnTo>
                  <a:pt x="8934" y="21600"/>
                </a:lnTo>
                <a:cubicBezTo>
                  <a:pt x="10255" y="21040"/>
                  <a:pt x="11524" y="20363"/>
                  <a:pt x="12724" y="19577"/>
                </a:cubicBezTo>
                <a:cubicBezTo>
                  <a:pt x="11075" y="17493"/>
                  <a:pt x="11429" y="14467"/>
                  <a:pt x="13515" y="12818"/>
                </a:cubicBezTo>
                <a:cubicBezTo>
                  <a:pt x="15275" y="11428"/>
                  <a:pt x="17762" y="11436"/>
                  <a:pt x="19512" y="12838"/>
                </a:cubicBezTo>
                <a:cubicBezTo>
                  <a:pt x="20326" y="11612"/>
                  <a:pt x="21025" y="10315"/>
                  <a:pt x="21600" y="8961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8" name="Freeform 20"/>
          <p:cNvSpPr/>
          <p:nvPr/>
        </p:nvSpPr>
        <p:spPr>
          <a:xfrm>
            <a:off x="4796325" y="2563778"/>
            <a:ext cx="1571207" cy="200732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20" y="0"/>
                </a:moveTo>
                <a:lnTo>
                  <a:pt x="0" y="20396"/>
                </a:lnTo>
                <a:cubicBezTo>
                  <a:pt x="1615" y="20908"/>
                  <a:pt x="3285" y="21306"/>
                  <a:pt x="4992" y="21583"/>
                </a:cubicBezTo>
                <a:cubicBezTo>
                  <a:pt x="5377" y="19090"/>
                  <a:pt x="8272" y="17314"/>
                  <a:pt x="11458" y="17616"/>
                </a:cubicBezTo>
                <a:cubicBezTo>
                  <a:pt x="14121" y="17868"/>
                  <a:pt x="16218" y="19515"/>
                  <a:pt x="16530" y="21600"/>
                </a:cubicBezTo>
                <a:cubicBezTo>
                  <a:pt x="18263" y="21325"/>
                  <a:pt x="19960" y="20927"/>
                  <a:pt x="21600" y="20410"/>
                </a:cubicBezTo>
                <a:close/>
              </a:path>
            </a:pathLst>
          </a:cu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69" name="Freeform 4"/>
          <p:cNvSpPr/>
          <p:nvPr/>
        </p:nvSpPr>
        <p:spPr>
          <a:xfrm>
            <a:off x="4737339" y="1721322"/>
            <a:ext cx="1565387" cy="1565022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34289" tIns="45719" rIns="34289" bIns="45719" anchor="ctr"/>
          <a:lstStyle/>
          <a:p>
            <a:pPr algn="ctr" defTabSz="685783" latinLnBrk="0" hangingPunct="0"/>
            <a:r>
              <a:rPr lang="fr-FR" sz="2100" kern="0" dirty="0">
                <a:solidFill>
                  <a:srgbClr val="000000">
                    <a:lumMod val="95000"/>
                    <a:lumOff val="5000"/>
                  </a:srgbClr>
                </a:solidFill>
                <a:latin typeface="Avenir Next"/>
                <a:sym typeface="Avenir Next"/>
              </a:rPr>
              <a:t>PLAN</a:t>
            </a:r>
            <a:endParaRPr sz="2100" kern="0" dirty="0">
              <a:solidFill>
                <a:srgbClr val="000000">
                  <a:lumMod val="95000"/>
                  <a:lumOff val="5000"/>
                </a:srgbClr>
              </a:solidFill>
              <a:latin typeface="Avenir Next"/>
              <a:sym typeface="Avenir Next"/>
            </a:endParaRPr>
          </a:p>
        </p:txBody>
      </p:sp>
      <p:grpSp>
        <p:nvGrpSpPr>
          <p:cNvPr id="74" name="Group"/>
          <p:cNvGrpSpPr/>
          <p:nvPr/>
        </p:nvGrpSpPr>
        <p:grpSpPr>
          <a:xfrm>
            <a:off x="5116827" y="2342746"/>
            <a:ext cx="933115" cy="365198"/>
            <a:chOff x="0" y="0"/>
            <a:chExt cx="1244151" cy="486928"/>
          </a:xfrm>
        </p:grpSpPr>
        <p:sp>
          <p:nvSpPr>
            <p:cNvPr id="72" name="Line"/>
            <p:cNvSpPr/>
            <p:nvPr/>
          </p:nvSpPr>
          <p:spPr>
            <a:xfrm>
              <a:off x="0" y="0"/>
              <a:ext cx="1244152" cy="0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pPr algn="ctr" defTabSz="685783" latinLnBrk="0" hangingPunct="0"/>
              <a:endParaRPr sz="900" kern="0">
                <a:solidFill>
                  <a:srgbClr val="FFFFFF"/>
                </a:solidFill>
                <a:latin typeface="Avenir Next"/>
                <a:sym typeface="Avenir Next"/>
              </a:endParaRPr>
            </a:p>
          </p:txBody>
        </p:sp>
        <p:sp>
          <p:nvSpPr>
            <p:cNvPr id="73" name="Line"/>
            <p:cNvSpPr/>
            <p:nvPr/>
          </p:nvSpPr>
          <p:spPr>
            <a:xfrm>
              <a:off x="0" y="486928"/>
              <a:ext cx="1244152" cy="1"/>
            </a:xfrm>
            <a:prstGeom prst="line">
              <a:avLst/>
            </a:prstGeom>
            <a:noFill/>
            <a:ln w="9525" cap="flat">
              <a:solidFill>
                <a:srgbClr val="000000"/>
              </a:solidFill>
              <a:prstDash val="solid"/>
              <a:miter lim="800000"/>
            </a:ln>
            <a:effectLst/>
          </p:spPr>
          <p:txBody>
            <a:bodyPr wrap="square" lIns="34289" tIns="34289" rIns="34289" bIns="34289" numCol="1" anchor="t">
              <a:noAutofit/>
            </a:bodyPr>
            <a:lstStyle/>
            <a:p>
              <a:pPr algn="ctr" defTabSz="685783" latinLnBrk="0" hangingPunct="0"/>
              <a:endParaRPr sz="900" kern="0" dirty="0">
                <a:solidFill>
                  <a:srgbClr val="FFFFFF"/>
                </a:solidFill>
                <a:latin typeface="Avenir Next"/>
                <a:sym typeface="Avenir Next"/>
              </a:endParaRPr>
            </a:p>
          </p:txBody>
        </p:sp>
      </p:grpSp>
      <p:sp>
        <p:nvSpPr>
          <p:cNvPr id="77" name="TextBox 52"/>
          <p:cNvSpPr txBox="1"/>
          <p:nvPr/>
        </p:nvSpPr>
        <p:spPr>
          <a:xfrm>
            <a:off x="5009929" y="594742"/>
            <a:ext cx="1101968" cy="784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 Présentation de </a:t>
            </a:r>
            <a:r>
              <a:rPr lang="fr-FR" sz="1500" kern="0" dirty="0" err="1">
                <a:latin typeface="Avenir Next"/>
                <a:sym typeface="Avenir Next"/>
              </a:rPr>
              <a:t>platforme</a:t>
            </a:r>
            <a:endParaRPr lang="fr-FR" sz="1500" kern="0" dirty="0">
              <a:latin typeface="Avenir Next"/>
              <a:sym typeface="Avenir Next"/>
            </a:endParaRPr>
          </a:p>
        </p:txBody>
      </p:sp>
      <p:sp>
        <p:nvSpPr>
          <p:cNvPr id="78" name="TextBox 52"/>
          <p:cNvSpPr txBox="1"/>
          <p:nvPr/>
        </p:nvSpPr>
        <p:spPr>
          <a:xfrm>
            <a:off x="5983785" y="1496181"/>
            <a:ext cx="1271858" cy="64632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 sz="2100"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Problématique</a:t>
            </a:r>
            <a:r>
              <a:rPr kern="0" dirty="0">
                <a:latin typeface="Avenir Next"/>
                <a:sym typeface="Avenir Next"/>
              </a:rPr>
              <a:t>     </a:t>
            </a:r>
          </a:p>
        </p:txBody>
      </p:sp>
      <p:sp>
        <p:nvSpPr>
          <p:cNvPr id="81" name="TextBox 52"/>
          <p:cNvSpPr txBox="1"/>
          <p:nvPr/>
        </p:nvSpPr>
        <p:spPr>
          <a:xfrm>
            <a:off x="6399430" y="2290482"/>
            <a:ext cx="901822" cy="784828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Solutions</a:t>
            </a:r>
          </a:p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Proposées</a:t>
            </a:r>
            <a:endParaRPr sz="900" kern="0" dirty="0">
              <a:latin typeface="Avenir Next"/>
              <a:sym typeface="Avenir Next"/>
            </a:endParaRPr>
          </a:p>
        </p:txBody>
      </p:sp>
      <p:sp>
        <p:nvSpPr>
          <p:cNvPr id="85" name="TextBox 52"/>
          <p:cNvSpPr txBox="1"/>
          <p:nvPr/>
        </p:nvSpPr>
        <p:spPr>
          <a:xfrm>
            <a:off x="4950247" y="3560476"/>
            <a:ext cx="1272103" cy="571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Modélisation de la solution </a:t>
            </a:r>
          </a:p>
        </p:txBody>
      </p:sp>
      <p:sp>
        <p:nvSpPr>
          <p:cNvPr id="87" name="TextBox 52"/>
          <p:cNvSpPr txBox="1"/>
          <p:nvPr/>
        </p:nvSpPr>
        <p:spPr>
          <a:xfrm>
            <a:off x="3852324" y="2369816"/>
            <a:ext cx="987810" cy="32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Conclusion</a:t>
            </a:r>
            <a:endParaRPr sz="900" kern="0" dirty="0">
              <a:latin typeface="Avenir Next"/>
              <a:sym typeface="Avenir Next"/>
            </a:endParaRPr>
          </a:p>
        </p:txBody>
      </p:sp>
      <p:sp>
        <p:nvSpPr>
          <p:cNvPr id="91" name="TextBox 52"/>
          <p:cNvSpPr txBox="1"/>
          <p:nvPr/>
        </p:nvSpPr>
        <p:spPr>
          <a:xfrm>
            <a:off x="4001586" y="1380057"/>
            <a:ext cx="1201511" cy="32316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Perspectives</a:t>
            </a:r>
            <a:r>
              <a:rPr sz="1500" kern="0" dirty="0">
                <a:latin typeface="Avenir Next"/>
                <a:sym typeface="Avenir Next"/>
              </a:rPr>
              <a:t>     </a:t>
            </a:r>
          </a:p>
        </p:txBody>
      </p:sp>
      <p:sp>
        <p:nvSpPr>
          <p:cNvPr id="92" name="Freeform 43"/>
          <p:cNvSpPr/>
          <p:nvPr/>
        </p:nvSpPr>
        <p:spPr>
          <a:xfrm>
            <a:off x="3998151" y="3758109"/>
            <a:ext cx="320875" cy="31402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66" y="0"/>
                </a:moveTo>
                <a:lnTo>
                  <a:pt x="13004" y="2907"/>
                </a:lnTo>
                <a:lnTo>
                  <a:pt x="12904" y="3112"/>
                </a:lnTo>
                <a:lnTo>
                  <a:pt x="12884" y="3010"/>
                </a:lnTo>
                <a:cubicBezTo>
                  <a:pt x="12546" y="2181"/>
                  <a:pt x="11612" y="1788"/>
                  <a:pt x="10800" y="2129"/>
                </a:cubicBezTo>
                <a:cubicBezTo>
                  <a:pt x="10444" y="2286"/>
                  <a:pt x="10151" y="2573"/>
                  <a:pt x="9978" y="2928"/>
                </a:cubicBezTo>
                <a:cubicBezTo>
                  <a:pt x="9691" y="3775"/>
                  <a:pt x="10131" y="4702"/>
                  <a:pt x="10960" y="4996"/>
                </a:cubicBezTo>
                <a:cubicBezTo>
                  <a:pt x="11328" y="5126"/>
                  <a:pt x="11743" y="5107"/>
                  <a:pt x="12102" y="4955"/>
                </a:cubicBezTo>
                <a:lnTo>
                  <a:pt x="12203" y="4914"/>
                </a:lnTo>
                <a:lnTo>
                  <a:pt x="12142" y="5057"/>
                </a:lnTo>
                <a:lnTo>
                  <a:pt x="11101" y="7555"/>
                </a:lnTo>
                <a:lnTo>
                  <a:pt x="12824" y="8292"/>
                </a:lnTo>
                <a:cubicBezTo>
                  <a:pt x="12885" y="7134"/>
                  <a:pt x="13854" y="6243"/>
                  <a:pt x="14988" y="6306"/>
                </a:cubicBezTo>
                <a:cubicBezTo>
                  <a:pt x="15777" y="6350"/>
                  <a:pt x="16468" y="6849"/>
                  <a:pt x="16771" y="7596"/>
                </a:cubicBezTo>
                <a:cubicBezTo>
                  <a:pt x="17064" y="8343"/>
                  <a:pt x="16924" y="9196"/>
                  <a:pt x="16410" y="9807"/>
                </a:cubicBezTo>
                <a:lnTo>
                  <a:pt x="18494" y="10687"/>
                </a:lnTo>
                <a:lnTo>
                  <a:pt x="18534" y="10708"/>
                </a:lnTo>
                <a:lnTo>
                  <a:pt x="21600" y="3133"/>
                </a:lnTo>
                <a:lnTo>
                  <a:pt x="14166" y="0"/>
                </a:lnTo>
                <a:close/>
                <a:moveTo>
                  <a:pt x="0" y="3726"/>
                </a:moveTo>
                <a:lnTo>
                  <a:pt x="0" y="12510"/>
                </a:lnTo>
                <a:lnTo>
                  <a:pt x="3386" y="12510"/>
                </a:lnTo>
                <a:cubicBezTo>
                  <a:pt x="3000" y="12806"/>
                  <a:pt x="2765" y="13265"/>
                  <a:pt x="2765" y="13758"/>
                </a:cubicBezTo>
                <a:cubicBezTo>
                  <a:pt x="2765" y="14624"/>
                  <a:pt x="3441" y="15315"/>
                  <a:pt x="4288" y="15315"/>
                </a:cubicBezTo>
                <a:cubicBezTo>
                  <a:pt x="5135" y="15315"/>
                  <a:pt x="5831" y="14624"/>
                  <a:pt x="5831" y="13758"/>
                </a:cubicBezTo>
                <a:cubicBezTo>
                  <a:pt x="5831" y="13265"/>
                  <a:pt x="5596" y="12806"/>
                  <a:pt x="5210" y="12510"/>
                </a:cubicBezTo>
                <a:lnTo>
                  <a:pt x="8596" y="12510"/>
                </a:lnTo>
                <a:lnTo>
                  <a:pt x="8596" y="9275"/>
                </a:lnTo>
                <a:cubicBezTo>
                  <a:pt x="7936" y="9907"/>
                  <a:pt x="6911" y="9907"/>
                  <a:pt x="6252" y="9275"/>
                </a:cubicBezTo>
                <a:cubicBezTo>
                  <a:pt x="5630" y="8654"/>
                  <a:pt x="5604" y="7637"/>
                  <a:pt x="6212" y="7002"/>
                </a:cubicBezTo>
                <a:cubicBezTo>
                  <a:pt x="6220" y="6993"/>
                  <a:pt x="6243" y="6990"/>
                  <a:pt x="6252" y="6982"/>
                </a:cubicBezTo>
                <a:cubicBezTo>
                  <a:pt x="6911" y="6349"/>
                  <a:pt x="7936" y="6349"/>
                  <a:pt x="8596" y="6982"/>
                </a:cubicBezTo>
                <a:lnTo>
                  <a:pt x="8596" y="3726"/>
                </a:lnTo>
                <a:lnTo>
                  <a:pt x="0" y="3726"/>
                </a:lnTo>
                <a:close/>
                <a:moveTo>
                  <a:pt x="12704" y="10728"/>
                </a:moveTo>
                <a:cubicBezTo>
                  <a:pt x="11906" y="11020"/>
                  <a:pt x="11497" y="11920"/>
                  <a:pt x="11782" y="12735"/>
                </a:cubicBezTo>
                <a:cubicBezTo>
                  <a:pt x="11879" y="13014"/>
                  <a:pt x="12054" y="13269"/>
                  <a:pt x="12283" y="13451"/>
                </a:cubicBezTo>
                <a:lnTo>
                  <a:pt x="9518" y="13451"/>
                </a:lnTo>
                <a:lnTo>
                  <a:pt x="9518" y="14721"/>
                </a:lnTo>
                <a:cubicBezTo>
                  <a:pt x="9619" y="14708"/>
                  <a:pt x="9716" y="14700"/>
                  <a:pt x="9818" y="14700"/>
                </a:cubicBezTo>
                <a:cubicBezTo>
                  <a:pt x="11174" y="14700"/>
                  <a:pt x="12283" y="15834"/>
                  <a:pt x="12283" y="17219"/>
                </a:cubicBezTo>
                <a:cubicBezTo>
                  <a:pt x="12283" y="18604"/>
                  <a:pt x="11174" y="19716"/>
                  <a:pt x="9818" y="19716"/>
                </a:cubicBezTo>
                <a:cubicBezTo>
                  <a:pt x="9716" y="19715"/>
                  <a:pt x="9619" y="19710"/>
                  <a:pt x="9518" y="19696"/>
                </a:cubicBezTo>
                <a:lnTo>
                  <a:pt x="9518" y="21600"/>
                </a:lnTo>
                <a:lnTo>
                  <a:pt x="17492" y="21600"/>
                </a:lnTo>
                <a:lnTo>
                  <a:pt x="17492" y="13451"/>
                </a:lnTo>
                <a:lnTo>
                  <a:pt x="14106" y="13451"/>
                </a:lnTo>
                <a:cubicBezTo>
                  <a:pt x="14154" y="13416"/>
                  <a:pt x="14204" y="13370"/>
                  <a:pt x="14246" y="13329"/>
                </a:cubicBezTo>
                <a:cubicBezTo>
                  <a:pt x="14280" y="13315"/>
                  <a:pt x="14321" y="13293"/>
                  <a:pt x="14347" y="13267"/>
                </a:cubicBezTo>
                <a:cubicBezTo>
                  <a:pt x="14724" y="12854"/>
                  <a:pt x="14844" y="12267"/>
                  <a:pt x="14667" y="11732"/>
                </a:cubicBezTo>
                <a:lnTo>
                  <a:pt x="14667" y="11691"/>
                </a:lnTo>
                <a:cubicBezTo>
                  <a:pt x="14382" y="10875"/>
                  <a:pt x="13501" y="10437"/>
                  <a:pt x="12704" y="10728"/>
                </a:cubicBezTo>
                <a:close/>
                <a:moveTo>
                  <a:pt x="0" y="13451"/>
                </a:moveTo>
                <a:lnTo>
                  <a:pt x="0" y="21600"/>
                </a:lnTo>
                <a:lnTo>
                  <a:pt x="8596" y="21600"/>
                </a:lnTo>
                <a:lnTo>
                  <a:pt x="8596" y="18160"/>
                </a:lnTo>
                <a:cubicBezTo>
                  <a:pt x="8630" y="18208"/>
                  <a:pt x="8657" y="18239"/>
                  <a:pt x="8696" y="18283"/>
                </a:cubicBezTo>
                <a:cubicBezTo>
                  <a:pt x="8713" y="18315"/>
                  <a:pt x="8734" y="18357"/>
                  <a:pt x="8756" y="18386"/>
                </a:cubicBezTo>
                <a:cubicBezTo>
                  <a:pt x="9119" y="18740"/>
                  <a:pt x="9633" y="18865"/>
                  <a:pt x="10119" y="18734"/>
                </a:cubicBezTo>
                <a:cubicBezTo>
                  <a:pt x="10171" y="18734"/>
                  <a:pt x="10230" y="18708"/>
                  <a:pt x="10279" y="18693"/>
                </a:cubicBezTo>
                <a:lnTo>
                  <a:pt x="10319" y="18672"/>
                </a:lnTo>
                <a:cubicBezTo>
                  <a:pt x="11123" y="18400"/>
                  <a:pt x="11567" y="17528"/>
                  <a:pt x="11301" y="16707"/>
                </a:cubicBezTo>
                <a:cubicBezTo>
                  <a:pt x="11035" y="15885"/>
                  <a:pt x="10162" y="15432"/>
                  <a:pt x="9357" y="15704"/>
                </a:cubicBezTo>
                <a:cubicBezTo>
                  <a:pt x="9052" y="15807"/>
                  <a:pt x="8785" y="16010"/>
                  <a:pt x="8596" y="16277"/>
                </a:cubicBezTo>
                <a:lnTo>
                  <a:pt x="8596" y="13451"/>
                </a:lnTo>
                <a:lnTo>
                  <a:pt x="6732" y="13451"/>
                </a:lnTo>
                <a:cubicBezTo>
                  <a:pt x="6746" y="13555"/>
                  <a:pt x="6752" y="13654"/>
                  <a:pt x="6753" y="13758"/>
                </a:cubicBezTo>
                <a:cubicBezTo>
                  <a:pt x="6753" y="15143"/>
                  <a:pt x="5643" y="16277"/>
                  <a:pt x="4288" y="16277"/>
                </a:cubicBezTo>
                <a:cubicBezTo>
                  <a:pt x="2933" y="16277"/>
                  <a:pt x="1843" y="15143"/>
                  <a:pt x="1843" y="13758"/>
                </a:cubicBezTo>
                <a:cubicBezTo>
                  <a:pt x="1844" y="13654"/>
                  <a:pt x="1850" y="13555"/>
                  <a:pt x="1863" y="13451"/>
                </a:cubicBezTo>
                <a:lnTo>
                  <a:pt x="0" y="134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94" name="Freeform 55"/>
          <p:cNvSpPr/>
          <p:nvPr/>
        </p:nvSpPr>
        <p:spPr>
          <a:xfrm>
            <a:off x="7406466" y="2300300"/>
            <a:ext cx="363438" cy="39350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0844" y="0"/>
                </a:moveTo>
                <a:cubicBezTo>
                  <a:pt x="10545" y="0"/>
                  <a:pt x="10296" y="230"/>
                  <a:pt x="10296" y="507"/>
                </a:cubicBezTo>
                <a:lnTo>
                  <a:pt x="10296" y="2255"/>
                </a:lnTo>
                <a:cubicBezTo>
                  <a:pt x="10296" y="2531"/>
                  <a:pt x="10545" y="2745"/>
                  <a:pt x="10844" y="2745"/>
                </a:cubicBezTo>
                <a:cubicBezTo>
                  <a:pt x="11143" y="2745"/>
                  <a:pt x="11393" y="2531"/>
                  <a:pt x="11393" y="2255"/>
                </a:cubicBezTo>
                <a:lnTo>
                  <a:pt x="11393" y="507"/>
                </a:lnTo>
                <a:cubicBezTo>
                  <a:pt x="11393" y="230"/>
                  <a:pt x="11143" y="0"/>
                  <a:pt x="10844" y="0"/>
                </a:cubicBezTo>
                <a:close/>
                <a:moveTo>
                  <a:pt x="3450" y="2876"/>
                </a:moveTo>
                <a:cubicBezTo>
                  <a:pt x="3311" y="2882"/>
                  <a:pt x="3178" y="2937"/>
                  <a:pt x="3078" y="3039"/>
                </a:cubicBezTo>
                <a:cubicBezTo>
                  <a:pt x="2891" y="3230"/>
                  <a:pt x="2891" y="3519"/>
                  <a:pt x="3078" y="3709"/>
                </a:cubicBezTo>
                <a:lnTo>
                  <a:pt x="4423" y="4951"/>
                </a:lnTo>
                <a:cubicBezTo>
                  <a:pt x="4634" y="5145"/>
                  <a:pt x="4972" y="5145"/>
                  <a:pt x="5183" y="4951"/>
                </a:cubicBezTo>
                <a:cubicBezTo>
                  <a:pt x="5393" y="4756"/>
                  <a:pt x="5393" y="4443"/>
                  <a:pt x="5183" y="4248"/>
                </a:cubicBezTo>
                <a:lnTo>
                  <a:pt x="3839" y="3006"/>
                </a:lnTo>
                <a:cubicBezTo>
                  <a:pt x="3728" y="2914"/>
                  <a:pt x="3588" y="2869"/>
                  <a:pt x="3450" y="2876"/>
                </a:cubicBezTo>
                <a:close/>
                <a:moveTo>
                  <a:pt x="17850" y="3104"/>
                </a:moveTo>
                <a:lnTo>
                  <a:pt x="16505" y="4346"/>
                </a:lnTo>
                <a:cubicBezTo>
                  <a:pt x="16295" y="4541"/>
                  <a:pt x="16295" y="4870"/>
                  <a:pt x="16505" y="5065"/>
                </a:cubicBezTo>
                <a:cubicBezTo>
                  <a:pt x="16612" y="5158"/>
                  <a:pt x="16748" y="5202"/>
                  <a:pt x="16894" y="5196"/>
                </a:cubicBezTo>
                <a:cubicBezTo>
                  <a:pt x="17039" y="5196"/>
                  <a:pt x="17182" y="5143"/>
                  <a:pt x="17284" y="5049"/>
                </a:cubicBezTo>
                <a:lnTo>
                  <a:pt x="18628" y="3791"/>
                </a:lnTo>
                <a:cubicBezTo>
                  <a:pt x="18803" y="3566"/>
                  <a:pt x="18747" y="3266"/>
                  <a:pt x="18504" y="3104"/>
                </a:cubicBezTo>
                <a:cubicBezTo>
                  <a:pt x="18312" y="2977"/>
                  <a:pt x="18039" y="2974"/>
                  <a:pt x="17850" y="3104"/>
                </a:cubicBezTo>
                <a:close/>
                <a:moveTo>
                  <a:pt x="10791" y="3725"/>
                </a:moveTo>
                <a:cubicBezTo>
                  <a:pt x="7094" y="3746"/>
                  <a:pt x="4085" y="6487"/>
                  <a:pt x="4016" y="9901"/>
                </a:cubicBezTo>
                <a:lnTo>
                  <a:pt x="4016" y="10130"/>
                </a:lnTo>
                <a:cubicBezTo>
                  <a:pt x="4040" y="10871"/>
                  <a:pt x="4206" y="11595"/>
                  <a:pt x="4493" y="12287"/>
                </a:cubicBezTo>
                <a:cubicBezTo>
                  <a:pt x="4768" y="12940"/>
                  <a:pt x="5158" y="13544"/>
                  <a:pt x="5661" y="14068"/>
                </a:cubicBezTo>
                <a:cubicBezTo>
                  <a:pt x="6281" y="14691"/>
                  <a:pt x="6966" y="15897"/>
                  <a:pt x="7253" y="16437"/>
                </a:cubicBezTo>
                <a:cubicBezTo>
                  <a:pt x="7341" y="16600"/>
                  <a:pt x="7516" y="16716"/>
                  <a:pt x="7713" y="16715"/>
                </a:cubicBezTo>
                <a:lnTo>
                  <a:pt x="13852" y="16715"/>
                </a:lnTo>
                <a:cubicBezTo>
                  <a:pt x="14049" y="16716"/>
                  <a:pt x="14241" y="16600"/>
                  <a:pt x="14329" y="16437"/>
                </a:cubicBezTo>
                <a:cubicBezTo>
                  <a:pt x="14616" y="15897"/>
                  <a:pt x="15283" y="14693"/>
                  <a:pt x="15904" y="14068"/>
                </a:cubicBezTo>
                <a:cubicBezTo>
                  <a:pt x="16407" y="13544"/>
                  <a:pt x="16815" y="12940"/>
                  <a:pt x="17089" y="12287"/>
                </a:cubicBezTo>
                <a:cubicBezTo>
                  <a:pt x="17376" y="11595"/>
                  <a:pt x="17524" y="10871"/>
                  <a:pt x="17549" y="10130"/>
                </a:cubicBezTo>
                <a:lnTo>
                  <a:pt x="17549" y="9901"/>
                </a:lnTo>
                <a:cubicBezTo>
                  <a:pt x="17480" y="6487"/>
                  <a:pt x="14489" y="3746"/>
                  <a:pt x="10791" y="3725"/>
                </a:cubicBezTo>
                <a:close/>
                <a:moveTo>
                  <a:pt x="10773" y="5163"/>
                </a:moveTo>
                <a:cubicBezTo>
                  <a:pt x="13618" y="5179"/>
                  <a:pt x="15926" y="7291"/>
                  <a:pt x="15974" y="9918"/>
                </a:cubicBezTo>
                <a:lnTo>
                  <a:pt x="15992" y="10097"/>
                </a:lnTo>
                <a:cubicBezTo>
                  <a:pt x="15973" y="10672"/>
                  <a:pt x="15858" y="11242"/>
                  <a:pt x="15638" y="11780"/>
                </a:cubicBezTo>
                <a:cubicBezTo>
                  <a:pt x="15433" y="12265"/>
                  <a:pt x="15129" y="12715"/>
                  <a:pt x="14754" y="13104"/>
                </a:cubicBezTo>
                <a:cubicBezTo>
                  <a:pt x="14153" y="13765"/>
                  <a:pt x="13651" y="14489"/>
                  <a:pt x="13232" y="15261"/>
                </a:cubicBezTo>
                <a:lnTo>
                  <a:pt x="8350" y="15261"/>
                </a:lnTo>
                <a:cubicBezTo>
                  <a:pt x="7936" y="14487"/>
                  <a:pt x="7425" y="13751"/>
                  <a:pt x="6829" y="13087"/>
                </a:cubicBezTo>
                <a:cubicBezTo>
                  <a:pt x="6454" y="12699"/>
                  <a:pt x="6150" y="12265"/>
                  <a:pt x="5944" y="11780"/>
                </a:cubicBezTo>
                <a:cubicBezTo>
                  <a:pt x="5720" y="11243"/>
                  <a:pt x="5596" y="10673"/>
                  <a:pt x="5572" y="10097"/>
                </a:cubicBezTo>
                <a:lnTo>
                  <a:pt x="5572" y="9918"/>
                </a:lnTo>
                <a:cubicBezTo>
                  <a:pt x="5621" y="7291"/>
                  <a:pt x="7929" y="5179"/>
                  <a:pt x="10773" y="5163"/>
                </a:cubicBezTo>
                <a:close/>
                <a:moveTo>
                  <a:pt x="10437" y="7107"/>
                </a:moveTo>
                <a:lnTo>
                  <a:pt x="10119" y="7696"/>
                </a:lnTo>
                <a:cubicBezTo>
                  <a:pt x="9922" y="7745"/>
                  <a:pt x="9731" y="7816"/>
                  <a:pt x="9553" y="7908"/>
                </a:cubicBezTo>
                <a:lnTo>
                  <a:pt x="8863" y="7696"/>
                </a:lnTo>
                <a:lnTo>
                  <a:pt x="8350" y="8169"/>
                </a:lnTo>
                <a:lnTo>
                  <a:pt x="8562" y="8807"/>
                </a:lnTo>
                <a:cubicBezTo>
                  <a:pt x="8458" y="8970"/>
                  <a:pt x="8386" y="9131"/>
                  <a:pt x="8332" y="9313"/>
                </a:cubicBezTo>
                <a:lnTo>
                  <a:pt x="7678" y="9624"/>
                </a:lnTo>
                <a:lnTo>
                  <a:pt x="7678" y="10277"/>
                </a:lnTo>
                <a:lnTo>
                  <a:pt x="8332" y="10571"/>
                </a:lnTo>
                <a:cubicBezTo>
                  <a:pt x="8385" y="10753"/>
                  <a:pt x="8462" y="10930"/>
                  <a:pt x="8562" y="11094"/>
                </a:cubicBezTo>
                <a:lnTo>
                  <a:pt x="8332" y="11731"/>
                </a:lnTo>
                <a:lnTo>
                  <a:pt x="8863" y="12205"/>
                </a:lnTo>
                <a:lnTo>
                  <a:pt x="9553" y="11993"/>
                </a:lnTo>
                <a:cubicBezTo>
                  <a:pt x="9730" y="12086"/>
                  <a:pt x="9922" y="12156"/>
                  <a:pt x="10119" y="12205"/>
                </a:cubicBezTo>
                <a:lnTo>
                  <a:pt x="10437" y="12793"/>
                </a:lnTo>
                <a:lnTo>
                  <a:pt x="11163" y="12793"/>
                </a:lnTo>
                <a:lnTo>
                  <a:pt x="11481" y="12221"/>
                </a:lnTo>
                <a:cubicBezTo>
                  <a:pt x="11674" y="12173"/>
                  <a:pt x="11854" y="12098"/>
                  <a:pt x="12029" y="12009"/>
                </a:cubicBezTo>
                <a:lnTo>
                  <a:pt x="12719" y="12221"/>
                </a:lnTo>
                <a:lnTo>
                  <a:pt x="13232" y="11748"/>
                </a:lnTo>
                <a:lnTo>
                  <a:pt x="13002" y="11110"/>
                </a:lnTo>
                <a:cubicBezTo>
                  <a:pt x="13106" y="10945"/>
                  <a:pt x="13190" y="10770"/>
                  <a:pt x="13250" y="10588"/>
                </a:cubicBezTo>
                <a:lnTo>
                  <a:pt x="13887" y="10293"/>
                </a:lnTo>
                <a:lnTo>
                  <a:pt x="13887" y="9624"/>
                </a:lnTo>
                <a:lnTo>
                  <a:pt x="13250" y="9313"/>
                </a:lnTo>
                <a:cubicBezTo>
                  <a:pt x="13198" y="9131"/>
                  <a:pt x="13121" y="8954"/>
                  <a:pt x="13020" y="8790"/>
                </a:cubicBezTo>
                <a:lnTo>
                  <a:pt x="13250" y="8169"/>
                </a:lnTo>
                <a:lnTo>
                  <a:pt x="12719" y="7679"/>
                </a:lnTo>
                <a:lnTo>
                  <a:pt x="12047" y="7892"/>
                </a:lnTo>
                <a:cubicBezTo>
                  <a:pt x="11870" y="7799"/>
                  <a:pt x="11678" y="7728"/>
                  <a:pt x="11481" y="7679"/>
                </a:cubicBezTo>
                <a:lnTo>
                  <a:pt x="11163" y="7107"/>
                </a:lnTo>
                <a:lnTo>
                  <a:pt x="10437" y="7107"/>
                </a:lnTo>
                <a:close/>
                <a:moveTo>
                  <a:pt x="10791" y="8954"/>
                </a:moveTo>
                <a:cubicBezTo>
                  <a:pt x="11386" y="8962"/>
                  <a:pt x="11879" y="9401"/>
                  <a:pt x="11888" y="9950"/>
                </a:cubicBezTo>
                <a:cubicBezTo>
                  <a:pt x="11888" y="10503"/>
                  <a:pt x="11390" y="10963"/>
                  <a:pt x="10791" y="10963"/>
                </a:cubicBezTo>
                <a:cubicBezTo>
                  <a:pt x="10193" y="10963"/>
                  <a:pt x="9712" y="10503"/>
                  <a:pt x="9712" y="9950"/>
                </a:cubicBezTo>
                <a:cubicBezTo>
                  <a:pt x="9712" y="9398"/>
                  <a:pt x="10193" y="8954"/>
                  <a:pt x="10791" y="8954"/>
                </a:cubicBezTo>
                <a:close/>
                <a:moveTo>
                  <a:pt x="19159" y="9362"/>
                </a:moveTo>
                <a:cubicBezTo>
                  <a:pt x="18860" y="9362"/>
                  <a:pt x="18610" y="9592"/>
                  <a:pt x="18610" y="9869"/>
                </a:cubicBezTo>
                <a:cubicBezTo>
                  <a:pt x="18610" y="10145"/>
                  <a:pt x="18860" y="10359"/>
                  <a:pt x="19159" y="10359"/>
                </a:cubicBezTo>
                <a:lnTo>
                  <a:pt x="21052" y="10359"/>
                </a:lnTo>
                <a:cubicBezTo>
                  <a:pt x="21351" y="10359"/>
                  <a:pt x="21600" y="10145"/>
                  <a:pt x="21600" y="9869"/>
                </a:cubicBezTo>
                <a:cubicBezTo>
                  <a:pt x="21600" y="9592"/>
                  <a:pt x="21351" y="9362"/>
                  <a:pt x="21052" y="9362"/>
                </a:cubicBezTo>
                <a:lnTo>
                  <a:pt x="19159" y="9362"/>
                </a:lnTo>
                <a:close/>
                <a:moveTo>
                  <a:pt x="531" y="9379"/>
                </a:moveTo>
                <a:cubicBezTo>
                  <a:pt x="232" y="9379"/>
                  <a:pt x="0" y="9609"/>
                  <a:pt x="0" y="9885"/>
                </a:cubicBezTo>
                <a:cubicBezTo>
                  <a:pt x="0" y="10161"/>
                  <a:pt x="232" y="10375"/>
                  <a:pt x="531" y="10375"/>
                </a:cubicBezTo>
                <a:lnTo>
                  <a:pt x="2441" y="10375"/>
                </a:lnTo>
                <a:cubicBezTo>
                  <a:pt x="2740" y="10375"/>
                  <a:pt x="2972" y="10161"/>
                  <a:pt x="2972" y="9885"/>
                </a:cubicBezTo>
                <a:cubicBezTo>
                  <a:pt x="2972" y="9609"/>
                  <a:pt x="2740" y="9379"/>
                  <a:pt x="2441" y="9379"/>
                </a:cubicBezTo>
                <a:lnTo>
                  <a:pt x="531" y="9379"/>
                </a:lnTo>
                <a:close/>
                <a:moveTo>
                  <a:pt x="16912" y="14542"/>
                </a:moveTo>
                <a:cubicBezTo>
                  <a:pt x="16774" y="14535"/>
                  <a:pt x="16634" y="14563"/>
                  <a:pt x="16523" y="14656"/>
                </a:cubicBezTo>
                <a:cubicBezTo>
                  <a:pt x="16301" y="14841"/>
                  <a:pt x="16287" y="15170"/>
                  <a:pt x="16487" y="15375"/>
                </a:cubicBezTo>
                <a:cubicBezTo>
                  <a:pt x="16499" y="15387"/>
                  <a:pt x="16510" y="15397"/>
                  <a:pt x="16523" y="15408"/>
                </a:cubicBezTo>
                <a:lnTo>
                  <a:pt x="17867" y="16649"/>
                </a:lnTo>
                <a:cubicBezTo>
                  <a:pt x="18059" y="16862"/>
                  <a:pt x="18398" y="16892"/>
                  <a:pt x="18628" y="16715"/>
                </a:cubicBezTo>
                <a:cubicBezTo>
                  <a:pt x="18858" y="16538"/>
                  <a:pt x="18890" y="16224"/>
                  <a:pt x="18699" y="16012"/>
                </a:cubicBezTo>
                <a:cubicBezTo>
                  <a:pt x="18673" y="15983"/>
                  <a:pt x="18643" y="15953"/>
                  <a:pt x="18610" y="15930"/>
                </a:cubicBezTo>
                <a:lnTo>
                  <a:pt x="17284" y="14705"/>
                </a:lnTo>
                <a:cubicBezTo>
                  <a:pt x="17183" y="14602"/>
                  <a:pt x="17050" y="14548"/>
                  <a:pt x="16912" y="14542"/>
                </a:cubicBezTo>
                <a:close/>
                <a:moveTo>
                  <a:pt x="4423" y="14787"/>
                </a:moveTo>
                <a:lnTo>
                  <a:pt x="3078" y="16045"/>
                </a:lnTo>
                <a:cubicBezTo>
                  <a:pt x="2851" y="16224"/>
                  <a:pt x="2831" y="16537"/>
                  <a:pt x="3025" y="16747"/>
                </a:cubicBezTo>
                <a:cubicBezTo>
                  <a:pt x="3220" y="16957"/>
                  <a:pt x="3559" y="16992"/>
                  <a:pt x="3786" y="16813"/>
                </a:cubicBezTo>
                <a:cubicBezTo>
                  <a:pt x="3807" y="16796"/>
                  <a:pt x="3821" y="16767"/>
                  <a:pt x="3839" y="16747"/>
                </a:cubicBezTo>
                <a:lnTo>
                  <a:pt x="5183" y="15506"/>
                </a:lnTo>
                <a:cubicBezTo>
                  <a:pt x="5378" y="15296"/>
                  <a:pt x="5358" y="14966"/>
                  <a:pt x="5130" y="14787"/>
                </a:cubicBezTo>
                <a:cubicBezTo>
                  <a:pt x="4927" y="14626"/>
                  <a:pt x="4625" y="14626"/>
                  <a:pt x="4423" y="14787"/>
                </a:cubicBezTo>
                <a:close/>
                <a:moveTo>
                  <a:pt x="8456" y="17711"/>
                </a:moveTo>
                <a:cubicBezTo>
                  <a:pt x="8024" y="17735"/>
                  <a:pt x="7705" y="18081"/>
                  <a:pt x="7731" y="18479"/>
                </a:cubicBezTo>
                <a:cubicBezTo>
                  <a:pt x="7754" y="18845"/>
                  <a:pt x="8060" y="19128"/>
                  <a:pt x="8456" y="19149"/>
                </a:cubicBezTo>
                <a:lnTo>
                  <a:pt x="13126" y="19149"/>
                </a:lnTo>
                <a:cubicBezTo>
                  <a:pt x="13558" y="19126"/>
                  <a:pt x="13877" y="18780"/>
                  <a:pt x="13852" y="18381"/>
                </a:cubicBezTo>
                <a:cubicBezTo>
                  <a:pt x="13828" y="18015"/>
                  <a:pt x="13522" y="17733"/>
                  <a:pt x="13126" y="17711"/>
                </a:cubicBezTo>
                <a:lnTo>
                  <a:pt x="8456" y="17711"/>
                </a:lnTo>
                <a:close/>
                <a:moveTo>
                  <a:pt x="9093" y="20146"/>
                </a:moveTo>
                <a:cubicBezTo>
                  <a:pt x="9165" y="20960"/>
                  <a:pt x="9906" y="21599"/>
                  <a:pt x="10791" y="21600"/>
                </a:cubicBezTo>
                <a:cubicBezTo>
                  <a:pt x="11675" y="21599"/>
                  <a:pt x="12419" y="20960"/>
                  <a:pt x="12489" y="20146"/>
                </a:cubicBezTo>
                <a:lnTo>
                  <a:pt x="9093" y="20146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98" name="Graphic 20"/>
          <p:cNvSpPr/>
          <p:nvPr/>
        </p:nvSpPr>
        <p:spPr>
          <a:xfrm>
            <a:off x="6812572" y="930633"/>
            <a:ext cx="310028" cy="36457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1229" extrusionOk="0">
                <a:moveTo>
                  <a:pt x="14148" y="8704"/>
                </a:moveTo>
                <a:lnTo>
                  <a:pt x="11394" y="8704"/>
                </a:lnTo>
                <a:cubicBezTo>
                  <a:pt x="10218" y="8704"/>
                  <a:pt x="9259" y="9500"/>
                  <a:pt x="9259" y="10509"/>
                </a:cubicBezTo>
                <a:lnTo>
                  <a:pt x="9259" y="12472"/>
                </a:lnTo>
                <a:lnTo>
                  <a:pt x="7866" y="12472"/>
                </a:lnTo>
                <a:lnTo>
                  <a:pt x="7866" y="10907"/>
                </a:lnTo>
                <a:cubicBezTo>
                  <a:pt x="7866" y="10349"/>
                  <a:pt x="7897" y="9633"/>
                  <a:pt x="7433" y="9182"/>
                </a:cubicBezTo>
                <a:cubicBezTo>
                  <a:pt x="7154" y="8916"/>
                  <a:pt x="6845" y="8704"/>
                  <a:pt x="6504" y="8492"/>
                </a:cubicBezTo>
                <a:cubicBezTo>
                  <a:pt x="6257" y="8359"/>
                  <a:pt x="6009" y="8200"/>
                  <a:pt x="5824" y="7988"/>
                </a:cubicBezTo>
                <a:cubicBezTo>
                  <a:pt x="5731" y="7882"/>
                  <a:pt x="5669" y="7749"/>
                  <a:pt x="5607" y="7616"/>
                </a:cubicBezTo>
                <a:cubicBezTo>
                  <a:pt x="5978" y="7484"/>
                  <a:pt x="6381" y="7457"/>
                  <a:pt x="6752" y="7484"/>
                </a:cubicBezTo>
                <a:cubicBezTo>
                  <a:pt x="6938" y="7484"/>
                  <a:pt x="7092" y="7377"/>
                  <a:pt x="7092" y="7218"/>
                </a:cubicBezTo>
                <a:cubicBezTo>
                  <a:pt x="7123" y="7059"/>
                  <a:pt x="6999" y="6926"/>
                  <a:pt x="6845" y="6873"/>
                </a:cubicBezTo>
                <a:cubicBezTo>
                  <a:pt x="6381" y="6820"/>
                  <a:pt x="5885" y="6873"/>
                  <a:pt x="5421" y="7006"/>
                </a:cubicBezTo>
                <a:cubicBezTo>
                  <a:pt x="5421" y="6953"/>
                  <a:pt x="5421" y="6900"/>
                  <a:pt x="5390" y="6873"/>
                </a:cubicBezTo>
                <a:cubicBezTo>
                  <a:pt x="5359" y="6634"/>
                  <a:pt x="5421" y="6396"/>
                  <a:pt x="5483" y="6157"/>
                </a:cubicBezTo>
                <a:cubicBezTo>
                  <a:pt x="5731" y="5600"/>
                  <a:pt x="6350" y="5361"/>
                  <a:pt x="6938" y="5175"/>
                </a:cubicBezTo>
                <a:cubicBezTo>
                  <a:pt x="7030" y="5148"/>
                  <a:pt x="7154" y="5122"/>
                  <a:pt x="7309" y="5095"/>
                </a:cubicBezTo>
                <a:lnTo>
                  <a:pt x="7402" y="5069"/>
                </a:lnTo>
                <a:lnTo>
                  <a:pt x="7433" y="5069"/>
                </a:lnTo>
                <a:cubicBezTo>
                  <a:pt x="7587" y="5095"/>
                  <a:pt x="7711" y="5122"/>
                  <a:pt x="7835" y="5148"/>
                </a:cubicBezTo>
                <a:lnTo>
                  <a:pt x="7990" y="5175"/>
                </a:lnTo>
                <a:lnTo>
                  <a:pt x="8175" y="5201"/>
                </a:lnTo>
                <a:cubicBezTo>
                  <a:pt x="8485" y="5520"/>
                  <a:pt x="8640" y="5918"/>
                  <a:pt x="8609" y="6316"/>
                </a:cubicBezTo>
                <a:cubicBezTo>
                  <a:pt x="8578" y="6714"/>
                  <a:pt x="8361" y="7086"/>
                  <a:pt x="7990" y="7351"/>
                </a:cubicBezTo>
                <a:cubicBezTo>
                  <a:pt x="7866" y="7457"/>
                  <a:pt x="7835" y="7643"/>
                  <a:pt x="7959" y="7775"/>
                </a:cubicBezTo>
                <a:cubicBezTo>
                  <a:pt x="8083" y="7882"/>
                  <a:pt x="8268" y="7908"/>
                  <a:pt x="8423" y="7802"/>
                </a:cubicBezTo>
                <a:cubicBezTo>
                  <a:pt x="8640" y="7643"/>
                  <a:pt x="8825" y="7457"/>
                  <a:pt x="8949" y="7245"/>
                </a:cubicBezTo>
                <a:lnTo>
                  <a:pt x="8980" y="7245"/>
                </a:lnTo>
                <a:cubicBezTo>
                  <a:pt x="9506" y="7192"/>
                  <a:pt x="10032" y="7059"/>
                  <a:pt x="10496" y="6847"/>
                </a:cubicBezTo>
                <a:cubicBezTo>
                  <a:pt x="10558" y="6794"/>
                  <a:pt x="10620" y="6741"/>
                  <a:pt x="10651" y="6661"/>
                </a:cubicBezTo>
                <a:cubicBezTo>
                  <a:pt x="10682" y="6581"/>
                  <a:pt x="10651" y="6502"/>
                  <a:pt x="10589" y="6449"/>
                </a:cubicBezTo>
                <a:cubicBezTo>
                  <a:pt x="10465" y="6316"/>
                  <a:pt x="10280" y="6289"/>
                  <a:pt x="10125" y="6369"/>
                </a:cubicBezTo>
                <a:cubicBezTo>
                  <a:pt x="9846" y="6502"/>
                  <a:pt x="9568" y="6608"/>
                  <a:pt x="9228" y="6634"/>
                </a:cubicBezTo>
                <a:cubicBezTo>
                  <a:pt x="9259" y="6555"/>
                  <a:pt x="9289" y="6449"/>
                  <a:pt x="9289" y="6369"/>
                </a:cubicBezTo>
                <a:cubicBezTo>
                  <a:pt x="9320" y="6024"/>
                  <a:pt x="9259" y="5679"/>
                  <a:pt x="9104" y="5387"/>
                </a:cubicBezTo>
                <a:cubicBezTo>
                  <a:pt x="9351" y="5414"/>
                  <a:pt x="9599" y="5440"/>
                  <a:pt x="9846" y="5440"/>
                </a:cubicBezTo>
                <a:cubicBezTo>
                  <a:pt x="10063" y="5440"/>
                  <a:pt x="10280" y="5414"/>
                  <a:pt x="10496" y="5387"/>
                </a:cubicBezTo>
                <a:cubicBezTo>
                  <a:pt x="10899" y="5812"/>
                  <a:pt x="11425" y="6104"/>
                  <a:pt x="12044" y="6236"/>
                </a:cubicBezTo>
                <a:cubicBezTo>
                  <a:pt x="12848" y="6581"/>
                  <a:pt x="13591" y="7032"/>
                  <a:pt x="13591" y="7775"/>
                </a:cubicBezTo>
                <a:cubicBezTo>
                  <a:pt x="13591" y="7882"/>
                  <a:pt x="13653" y="8014"/>
                  <a:pt x="13746" y="8067"/>
                </a:cubicBezTo>
                <a:cubicBezTo>
                  <a:pt x="13869" y="8120"/>
                  <a:pt x="13993" y="8120"/>
                  <a:pt x="14117" y="8067"/>
                </a:cubicBezTo>
                <a:cubicBezTo>
                  <a:pt x="14241" y="8014"/>
                  <a:pt x="14303" y="7882"/>
                  <a:pt x="14272" y="7775"/>
                </a:cubicBezTo>
                <a:cubicBezTo>
                  <a:pt x="14272" y="7192"/>
                  <a:pt x="13962" y="6661"/>
                  <a:pt x="13436" y="6316"/>
                </a:cubicBezTo>
                <a:cubicBezTo>
                  <a:pt x="13869" y="6289"/>
                  <a:pt x="14241" y="6104"/>
                  <a:pt x="14519" y="5838"/>
                </a:cubicBezTo>
                <a:cubicBezTo>
                  <a:pt x="14643" y="5706"/>
                  <a:pt x="14612" y="5520"/>
                  <a:pt x="14488" y="5414"/>
                </a:cubicBezTo>
                <a:cubicBezTo>
                  <a:pt x="14334" y="5308"/>
                  <a:pt x="14117" y="5334"/>
                  <a:pt x="13993" y="5440"/>
                </a:cubicBezTo>
                <a:cubicBezTo>
                  <a:pt x="13838" y="5600"/>
                  <a:pt x="13436" y="5732"/>
                  <a:pt x="12848" y="5706"/>
                </a:cubicBezTo>
                <a:cubicBezTo>
                  <a:pt x="12260" y="5706"/>
                  <a:pt x="11672" y="5520"/>
                  <a:pt x="11239" y="5201"/>
                </a:cubicBezTo>
                <a:cubicBezTo>
                  <a:pt x="11734" y="5016"/>
                  <a:pt x="12167" y="4697"/>
                  <a:pt x="12446" y="4299"/>
                </a:cubicBezTo>
                <a:cubicBezTo>
                  <a:pt x="12539" y="4167"/>
                  <a:pt x="12477" y="3981"/>
                  <a:pt x="12322" y="3875"/>
                </a:cubicBezTo>
                <a:cubicBezTo>
                  <a:pt x="12167" y="3795"/>
                  <a:pt x="11951" y="3848"/>
                  <a:pt x="11858" y="3981"/>
                </a:cubicBezTo>
                <a:cubicBezTo>
                  <a:pt x="11332" y="4803"/>
                  <a:pt x="10218" y="5042"/>
                  <a:pt x="8454" y="4671"/>
                </a:cubicBezTo>
                <a:cubicBezTo>
                  <a:pt x="8856" y="4379"/>
                  <a:pt x="9042" y="3928"/>
                  <a:pt x="8980" y="3477"/>
                </a:cubicBezTo>
                <a:cubicBezTo>
                  <a:pt x="8980" y="3371"/>
                  <a:pt x="8918" y="3264"/>
                  <a:pt x="8794" y="3211"/>
                </a:cubicBezTo>
                <a:cubicBezTo>
                  <a:pt x="8671" y="3158"/>
                  <a:pt x="8547" y="3158"/>
                  <a:pt x="8423" y="3238"/>
                </a:cubicBezTo>
                <a:cubicBezTo>
                  <a:pt x="8299" y="3291"/>
                  <a:pt x="8268" y="3424"/>
                  <a:pt x="8268" y="3530"/>
                </a:cubicBezTo>
                <a:cubicBezTo>
                  <a:pt x="8299" y="4220"/>
                  <a:pt x="7866" y="4352"/>
                  <a:pt x="7154" y="4538"/>
                </a:cubicBezTo>
                <a:cubicBezTo>
                  <a:pt x="7061" y="4565"/>
                  <a:pt x="6938" y="4591"/>
                  <a:pt x="6845" y="4618"/>
                </a:cubicBezTo>
                <a:cubicBezTo>
                  <a:pt x="6659" y="4246"/>
                  <a:pt x="6257" y="3954"/>
                  <a:pt x="5793" y="3848"/>
                </a:cubicBezTo>
                <a:cubicBezTo>
                  <a:pt x="5669" y="3822"/>
                  <a:pt x="5545" y="3848"/>
                  <a:pt x="5452" y="3928"/>
                </a:cubicBezTo>
                <a:cubicBezTo>
                  <a:pt x="5359" y="4007"/>
                  <a:pt x="5328" y="4114"/>
                  <a:pt x="5359" y="4246"/>
                </a:cubicBezTo>
                <a:cubicBezTo>
                  <a:pt x="5390" y="4352"/>
                  <a:pt x="5483" y="4432"/>
                  <a:pt x="5638" y="4458"/>
                </a:cubicBezTo>
                <a:cubicBezTo>
                  <a:pt x="5885" y="4512"/>
                  <a:pt x="6071" y="4671"/>
                  <a:pt x="6195" y="4857"/>
                </a:cubicBezTo>
                <a:lnTo>
                  <a:pt x="6195" y="4883"/>
                </a:lnTo>
                <a:cubicBezTo>
                  <a:pt x="5607" y="5095"/>
                  <a:pt x="5143" y="5493"/>
                  <a:pt x="4926" y="5998"/>
                </a:cubicBezTo>
                <a:cubicBezTo>
                  <a:pt x="4864" y="6104"/>
                  <a:pt x="4833" y="6236"/>
                  <a:pt x="4833" y="6369"/>
                </a:cubicBezTo>
                <a:cubicBezTo>
                  <a:pt x="4771" y="6316"/>
                  <a:pt x="4710" y="6263"/>
                  <a:pt x="4679" y="6183"/>
                </a:cubicBezTo>
                <a:cubicBezTo>
                  <a:pt x="4555" y="5971"/>
                  <a:pt x="4462" y="5706"/>
                  <a:pt x="4431" y="5467"/>
                </a:cubicBezTo>
                <a:cubicBezTo>
                  <a:pt x="4400" y="5361"/>
                  <a:pt x="4307" y="5255"/>
                  <a:pt x="4214" y="5228"/>
                </a:cubicBezTo>
                <a:cubicBezTo>
                  <a:pt x="4091" y="5175"/>
                  <a:pt x="3967" y="5201"/>
                  <a:pt x="3874" y="5281"/>
                </a:cubicBezTo>
                <a:cubicBezTo>
                  <a:pt x="3781" y="5361"/>
                  <a:pt x="3719" y="5467"/>
                  <a:pt x="3781" y="5573"/>
                </a:cubicBezTo>
                <a:cubicBezTo>
                  <a:pt x="3843" y="5891"/>
                  <a:pt x="3936" y="6183"/>
                  <a:pt x="4122" y="6449"/>
                </a:cubicBezTo>
                <a:cubicBezTo>
                  <a:pt x="4307" y="6714"/>
                  <a:pt x="4555" y="6926"/>
                  <a:pt x="4895" y="7059"/>
                </a:cubicBezTo>
                <a:cubicBezTo>
                  <a:pt x="4926" y="7430"/>
                  <a:pt x="5081" y="7802"/>
                  <a:pt x="5297" y="8147"/>
                </a:cubicBezTo>
                <a:cubicBezTo>
                  <a:pt x="5081" y="8386"/>
                  <a:pt x="4802" y="8572"/>
                  <a:pt x="4493" y="8731"/>
                </a:cubicBezTo>
                <a:cubicBezTo>
                  <a:pt x="4400" y="8784"/>
                  <a:pt x="4338" y="8890"/>
                  <a:pt x="4307" y="8996"/>
                </a:cubicBezTo>
                <a:cubicBezTo>
                  <a:pt x="4307" y="9102"/>
                  <a:pt x="4369" y="9208"/>
                  <a:pt x="4493" y="9261"/>
                </a:cubicBezTo>
                <a:cubicBezTo>
                  <a:pt x="4617" y="9315"/>
                  <a:pt x="4740" y="9315"/>
                  <a:pt x="4833" y="9235"/>
                </a:cubicBezTo>
                <a:cubicBezTo>
                  <a:pt x="5143" y="9049"/>
                  <a:pt x="5421" y="8863"/>
                  <a:pt x="5669" y="8625"/>
                </a:cubicBezTo>
                <a:cubicBezTo>
                  <a:pt x="5855" y="8757"/>
                  <a:pt x="6040" y="8863"/>
                  <a:pt x="6226" y="8970"/>
                </a:cubicBezTo>
                <a:cubicBezTo>
                  <a:pt x="6535" y="9129"/>
                  <a:pt x="6783" y="9315"/>
                  <a:pt x="7030" y="9553"/>
                </a:cubicBezTo>
                <a:cubicBezTo>
                  <a:pt x="7309" y="9845"/>
                  <a:pt x="7309" y="10402"/>
                  <a:pt x="7309" y="10880"/>
                </a:cubicBezTo>
                <a:lnTo>
                  <a:pt x="7309" y="12472"/>
                </a:lnTo>
                <a:lnTo>
                  <a:pt x="5885" y="12472"/>
                </a:lnTo>
                <a:cubicBezTo>
                  <a:pt x="5885" y="10509"/>
                  <a:pt x="4771" y="10402"/>
                  <a:pt x="4648" y="10349"/>
                </a:cubicBezTo>
                <a:cubicBezTo>
                  <a:pt x="4183" y="10243"/>
                  <a:pt x="2977" y="9686"/>
                  <a:pt x="2698" y="8572"/>
                </a:cubicBezTo>
                <a:cubicBezTo>
                  <a:pt x="2667" y="8518"/>
                  <a:pt x="2667" y="8439"/>
                  <a:pt x="2667" y="8386"/>
                </a:cubicBezTo>
                <a:cubicBezTo>
                  <a:pt x="2141" y="7749"/>
                  <a:pt x="2172" y="6873"/>
                  <a:pt x="2760" y="6263"/>
                </a:cubicBezTo>
                <a:cubicBezTo>
                  <a:pt x="2698" y="6077"/>
                  <a:pt x="2667" y="5891"/>
                  <a:pt x="2667" y="5706"/>
                </a:cubicBezTo>
                <a:cubicBezTo>
                  <a:pt x="2667" y="4857"/>
                  <a:pt x="3379" y="4114"/>
                  <a:pt x="4369" y="3954"/>
                </a:cubicBezTo>
                <a:cubicBezTo>
                  <a:pt x="4679" y="3211"/>
                  <a:pt x="5483" y="2707"/>
                  <a:pt x="6381" y="2734"/>
                </a:cubicBezTo>
                <a:cubicBezTo>
                  <a:pt x="6535" y="2734"/>
                  <a:pt x="6721" y="2760"/>
                  <a:pt x="6876" y="2787"/>
                </a:cubicBezTo>
                <a:cubicBezTo>
                  <a:pt x="7247" y="2415"/>
                  <a:pt x="7773" y="2203"/>
                  <a:pt x="8361" y="2150"/>
                </a:cubicBezTo>
                <a:cubicBezTo>
                  <a:pt x="8949" y="2123"/>
                  <a:pt x="9506" y="2283"/>
                  <a:pt x="9939" y="2628"/>
                </a:cubicBezTo>
                <a:cubicBezTo>
                  <a:pt x="10496" y="2309"/>
                  <a:pt x="11177" y="2229"/>
                  <a:pt x="11796" y="2389"/>
                </a:cubicBezTo>
                <a:cubicBezTo>
                  <a:pt x="12446" y="2548"/>
                  <a:pt x="12941" y="2972"/>
                  <a:pt x="13158" y="3503"/>
                </a:cubicBezTo>
                <a:lnTo>
                  <a:pt x="13281" y="3503"/>
                </a:lnTo>
                <a:cubicBezTo>
                  <a:pt x="14457" y="3503"/>
                  <a:pt x="15386" y="4299"/>
                  <a:pt x="15417" y="5308"/>
                </a:cubicBezTo>
                <a:lnTo>
                  <a:pt x="15417" y="5387"/>
                </a:lnTo>
                <a:cubicBezTo>
                  <a:pt x="16128" y="5732"/>
                  <a:pt x="16531" y="6396"/>
                  <a:pt x="16469" y="7086"/>
                </a:cubicBezTo>
                <a:cubicBezTo>
                  <a:pt x="16221" y="8014"/>
                  <a:pt x="15262" y="8731"/>
                  <a:pt x="14148" y="8704"/>
                </a:cubicBezTo>
                <a:close/>
                <a:moveTo>
                  <a:pt x="20739" y="11490"/>
                </a:moveTo>
                <a:lnTo>
                  <a:pt x="18604" y="8333"/>
                </a:lnTo>
                <a:lnTo>
                  <a:pt x="18604" y="8227"/>
                </a:lnTo>
                <a:cubicBezTo>
                  <a:pt x="18728" y="5308"/>
                  <a:pt x="16995" y="2574"/>
                  <a:pt x="14055" y="1115"/>
                </a:cubicBezTo>
                <a:cubicBezTo>
                  <a:pt x="11115" y="-371"/>
                  <a:pt x="7495" y="-371"/>
                  <a:pt x="4555" y="1115"/>
                </a:cubicBezTo>
                <a:cubicBezTo>
                  <a:pt x="1615" y="2574"/>
                  <a:pt x="-118" y="5308"/>
                  <a:pt x="6" y="8227"/>
                </a:cubicBezTo>
                <a:cubicBezTo>
                  <a:pt x="6" y="10721"/>
                  <a:pt x="1336" y="13083"/>
                  <a:pt x="3657" y="14595"/>
                </a:cubicBezTo>
                <a:lnTo>
                  <a:pt x="3657" y="21229"/>
                </a:lnTo>
                <a:lnTo>
                  <a:pt x="13436" y="21229"/>
                </a:lnTo>
                <a:lnTo>
                  <a:pt x="13436" y="18071"/>
                </a:lnTo>
                <a:lnTo>
                  <a:pt x="14953" y="18071"/>
                </a:lnTo>
                <a:cubicBezTo>
                  <a:pt x="15943" y="18071"/>
                  <a:pt x="16871" y="17753"/>
                  <a:pt x="17552" y="17143"/>
                </a:cubicBezTo>
                <a:cubicBezTo>
                  <a:pt x="18233" y="16559"/>
                  <a:pt x="18604" y="15736"/>
                  <a:pt x="18604" y="14914"/>
                </a:cubicBezTo>
                <a:lnTo>
                  <a:pt x="18604" y="13321"/>
                </a:lnTo>
                <a:lnTo>
                  <a:pt x="19966" y="13321"/>
                </a:lnTo>
                <a:cubicBezTo>
                  <a:pt x="20770" y="13268"/>
                  <a:pt x="21482" y="12472"/>
                  <a:pt x="20739" y="1149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sp>
        <p:nvSpPr>
          <p:cNvPr id="99" name="Graphic 22"/>
          <p:cNvSpPr/>
          <p:nvPr/>
        </p:nvSpPr>
        <p:spPr>
          <a:xfrm>
            <a:off x="5367811" y="4329898"/>
            <a:ext cx="364446" cy="31045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299" h="21544" extrusionOk="0">
                <a:moveTo>
                  <a:pt x="20755" y="13037"/>
                </a:moveTo>
                <a:cubicBezTo>
                  <a:pt x="21527" y="11709"/>
                  <a:pt x="21474" y="9906"/>
                  <a:pt x="20621" y="8641"/>
                </a:cubicBezTo>
                <a:cubicBezTo>
                  <a:pt x="20728" y="8261"/>
                  <a:pt x="20781" y="7882"/>
                  <a:pt x="20781" y="7502"/>
                </a:cubicBezTo>
                <a:cubicBezTo>
                  <a:pt x="20781" y="5700"/>
                  <a:pt x="19689" y="4182"/>
                  <a:pt x="18224" y="3834"/>
                </a:cubicBezTo>
                <a:cubicBezTo>
                  <a:pt x="17772" y="2284"/>
                  <a:pt x="16573" y="1272"/>
                  <a:pt x="15188" y="1272"/>
                </a:cubicBezTo>
                <a:cubicBezTo>
                  <a:pt x="14948" y="1272"/>
                  <a:pt x="14682" y="1304"/>
                  <a:pt x="14442" y="1367"/>
                </a:cubicBezTo>
                <a:cubicBezTo>
                  <a:pt x="13883" y="577"/>
                  <a:pt x="13057" y="102"/>
                  <a:pt x="12205" y="7"/>
                </a:cubicBezTo>
                <a:cubicBezTo>
                  <a:pt x="11326" y="-56"/>
                  <a:pt x="10474" y="292"/>
                  <a:pt x="9835" y="988"/>
                </a:cubicBezTo>
                <a:cubicBezTo>
                  <a:pt x="9009" y="324"/>
                  <a:pt x="7970" y="134"/>
                  <a:pt x="7038" y="482"/>
                </a:cubicBezTo>
                <a:cubicBezTo>
                  <a:pt x="6079" y="830"/>
                  <a:pt x="5334" y="1683"/>
                  <a:pt x="4987" y="2822"/>
                </a:cubicBezTo>
                <a:cubicBezTo>
                  <a:pt x="4934" y="2822"/>
                  <a:pt x="4854" y="2822"/>
                  <a:pt x="4801" y="2822"/>
                </a:cubicBezTo>
                <a:cubicBezTo>
                  <a:pt x="3043" y="2822"/>
                  <a:pt x="1632" y="4466"/>
                  <a:pt x="1605" y="6554"/>
                </a:cubicBezTo>
                <a:cubicBezTo>
                  <a:pt x="1605" y="6617"/>
                  <a:pt x="1605" y="6680"/>
                  <a:pt x="1605" y="6743"/>
                </a:cubicBezTo>
                <a:cubicBezTo>
                  <a:pt x="540" y="7439"/>
                  <a:pt x="-73" y="8799"/>
                  <a:pt x="7" y="10254"/>
                </a:cubicBezTo>
                <a:cubicBezTo>
                  <a:pt x="113" y="12246"/>
                  <a:pt x="1605" y="13733"/>
                  <a:pt x="3310" y="13733"/>
                </a:cubicBezTo>
                <a:lnTo>
                  <a:pt x="7438" y="13733"/>
                </a:lnTo>
                <a:cubicBezTo>
                  <a:pt x="9196" y="13733"/>
                  <a:pt x="10634" y="15409"/>
                  <a:pt x="10660" y="17496"/>
                </a:cubicBezTo>
                <a:lnTo>
                  <a:pt x="10660" y="21544"/>
                </a:lnTo>
                <a:lnTo>
                  <a:pt x="12764" y="21544"/>
                </a:lnTo>
                <a:lnTo>
                  <a:pt x="12764" y="18698"/>
                </a:lnTo>
                <a:cubicBezTo>
                  <a:pt x="12764" y="18571"/>
                  <a:pt x="12764" y="18413"/>
                  <a:pt x="12764" y="18287"/>
                </a:cubicBezTo>
                <a:cubicBezTo>
                  <a:pt x="12764" y="17116"/>
                  <a:pt x="12738" y="15630"/>
                  <a:pt x="13430" y="14681"/>
                </a:cubicBezTo>
                <a:cubicBezTo>
                  <a:pt x="13856" y="14144"/>
                  <a:pt x="14336" y="13669"/>
                  <a:pt x="14842" y="13258"/>
                </a:cubicBezTo>
                <a:cubicBezTo>
                  <a:pt x="15241" y="12974"/>
                  <a:pt x="15588" y="12626"/>
                  <a:pt x="15881" y="12215"/>
                </a:cubicBezTo>
                <a:cubicBezTo>
                  <a:pt x="16014" y="11962"/>
                  <a:pt x="16147" y="11709"/>
                  <a:pt x="16227" y="11456"/>
                </a:cubicBezTo>
                <a:cubicBezTo>
                  <a:pt x="15668" y="11203"/>
                  <a:pt x="15082" y="11108"/>
                  <a:pt x="14496" y="11203"/>
                </a:cubicBezTo>
                <a:cubicBezTo>
                  <a:pt x="14203" y="11234"/>
                  <a:pt x="13936" y="11013"/>
                  <a:pt x="13883" y="10665"/>
                </a:cubicBezTo>
                <a:cubicBezTo>
                  <a:pt x="13856" y="10317"/>
                  <a:pt x="14043" y="10001"/>
                  <a:pt x="14336" y="9938"/>
                </a:cubicBezTo>
                <a:cubicBezTo>
                  <a:pt x="15055" y="9811"/>
                  <a:pt x="15774" y="9906"/>
                  <a:pt x="16467" y="10222"/>
                </a:cubicBezTo>
                <a:cubicBezTo>
                  <a:pt x="16467" y="10127"/>
                  <a:pt x="16467" y="10064"/>
                  <a:pt x="16493" y="9969"/>
                </a:cubicBezTo>
                <a:cubicBezTo>
                  <a:pt x="16520" y="9463"/>
                  <a:pt x="16467" y="8957"/>
                  <a:pt x="16333" y="8483"/>
                </a:cubicBezTo>
                <a:cubicBezTo>
                  <a:pt x="15961" y="7344"/>
                  <a:pt x="15028" y="6838"/>
                  <a:pt x="14149" y="6427"/>
                </a:cubicBezTo>
                <a:cubicBezTo>
                  <a:pt x="13990" y="6364"/>
                  <a:pt x="13830" y="6301"/>
                  <a:pt x="13617" y="6237"/>
                </a:cubicBezTo>
                <a:lnTo>
                  <a:pt x="13457" y="6174"/>
                </a:lnTo>
                <a:lnTo>
                  <a:pt x="13430" y="6174"/>
                </a:lnTo>
                <a:cubicBezTo>
                  <a:pt x="13217" y="6206"/>
                  <a:pt x="13031" y="6269"/>
                  <a:pt x="12818" y="6364"/>
                </a:cubicBezTo>
                <a:lnTo>
                  <a:pt x="12578" y="6427"/>
                </a:lnTo>
                <a:lnTo>
                  <a:pt x="12312" y="6490"/>
                </a:lnTo>
                <a:cubicBezTo>
                  <a:pt x="11859" y="7123"/>
                  <a:pt x="11619" y="7945"/>
                  <a:pt x="11673" y="8799"/>
                </a:cubicBezTo>
                <a:cubicBezTo>
                  <a:pt x="11726" y="9653"/>
                  <a:pt x="12072" y="10412"/>
                  <a:pt x="12605" y="10950"/>
                </a:cubicBezTo>
                <a:cubicBezTo>
                  <a:pt x="12818" y="11171"/>
                  <a:pt x="12818" y="11550"/>
                  <a:pt x="12658" y="11835"/>
                </a:cubicBezTo>
                <a:cubicBezTo>
                  <a:pt x="12498" y="12056"/>
                  <a:pt x="12179" y="12088"/>
                  <a:pt x="11965" y="11898"/>
                </a:cubicBezTo>
                <a:cubicBezTo>
                  <a:pt x="11646" y="11582"/>
                  <a:pt x="11380" y="11171"/>
                  <a:pt x="11166" y="10728"/>
                </a:cubicBezTo>
                <a:lnTo>
                  <a:pt x="11113" y="10728"/>
                </a:lnTo>
                <a:cubicBezTo>
                  <a:pt x="10367" y="10570"/>
                  <a:pt x="9515" y="10412"/>
                  <a:pt x="8823" y="9874"/>
                </a:cubicBezTo>
                <a:cubicBezTo>
                  <a:pt x="8583" y="9685"/>
                  <a:pt x="8530" y="9305"/>
                  <a:pt x="8690" y="9020"/>
                </a:cubicBezTo>
                <a:cubicBezTo>
                  <a:pt x="8849" y="8736"/>
                  <a:pt x="9169" y="8641"/>
                  <a:pt x="9409" y="8831"/>
                </a:cubicBezTo>
                <a:cubicBezTo>
                  <a:pt x="9808" y="9115"/>
                  <a:pt x="10261" y="9305"/>
                  <a:pt x="10740" y="9368"/>
                </a:cubicBezTo>
                <a:cubicBezTo>
                  <a:pt x="10687" y="9210"/>
                  <a:pt x="10660" y="9052"/>
                  <a:pt x="10634" y="8862"/>
                </a:cubicBezTo>
                <a:cubicBezTo>
                  <a:pt x="10581" y="8167"/>
                  <a:pt x="10687" y="7439"/>
                  <a:pt x="10927" y="6807"/>
                </a:cubicBezTo>
                <a:cubicBezTo>
                  <a:pt x="10554" y="6870"/>
                  <a:pt x="10208" y="6902"/>
                  <a:pt x="9835" y="6902"/>
                </a:cubicBezTo>
                <a:cubicBezTo>
                  <a:pt x="9515" y="6902"/>
                  <a:pt x="9196" y="6870"/>
                  <a:pt x="8876" y="6807"/>
                </a:cubicBezTo>
                <a:cubicBezTo>
                  <a:pt x="8290" y="7661"/>
                  <a:pt x="7464" y="8293"/>
                  <a:pt x="6559" y="8546"/>
                </a:cubicBezTo>
                <a:cubicBezTo>
                  <a:pt x="5360" y="9273"/>
                  <a:pt x="4242" y="10191"/>
                  <a:pt x="4242" y="11740"/>
                </a:cubicBezTo>
                <a:cubicBezTo>
                  <a:pt x="4242" y="12088"/>
                  <a:pt x="4002" y="12373"/>
                  <a:pt x="3709" y="12373"/>
                </a:cubicBezTo>
                <a:cubicBezTo>
                  <a:pt x="3416" y="12373"/>
                  <a:pt x="3176" y="12088"/>
                  <a:pt x="3176" y="11740"/>
                </a:cubicBezTo>
                <a:cubicBezTo>
                  <a:pt x="3203" y="10538"/>
                  <a:pt x="3656" y="9432"/>
                  <a:pt x="4428" y="8673"/>
                </a:cubicBezTo>
                <a:cubicBezTo>
                  <a:pt x="3789" y="8578"/>
                  <a:pt x="3203" y="8261"/>
                  <a:pt x="2777" y="7692"/>
                </a:cubicBezTo>
                <a:cubicBezTo>
                  <a:pt x="2590" y="7408"/>
                  <a:pt x="2644" y="7028"/>
                  <a:pt x="2857" y="6807"/>
                </a:cubicBezTo>
                <a:cubicBezTo>
                  <a:pt x="3070" y="6585"/>
                  <a:pt x="3416" y="6617"/>
                  <a:pt x="3602" y="6870"/>
                </a:cubicBezTo>
                <a:cubicBezTo>
                  <a:pt x="3816" y="7186"/>
                  <a:pt x="4428" y="7471"/>
                  <a:pt x="5307" y="7439"/>
                </a:cubicBezTo>
                <a:cubicBezTo>
                  <a:pt x="6186" y="7439"/>
                  <a:pt x="7065" y="7060"/>
                  <a:pt x="7731" y="6364"/>
                </a:cubicBezTo>
                <a:cubicBezTo>
                  <a:pt x="6958" y="5984"/>
                  <a:pt x="6319" y="5289"/>
                  <a:pt x="5920" y="4403"/>
                </a:cubicBezTo>
                <a:cubicBezTo>
                  <a:pt x="5760" y="4087"/>
                  <a:pt x="5866" y="3707"/>
                  <a:pt x="6106" y="3549"/>
                </a:cubicBezTo>
                <a:cubicBezTo>
                  <a:pt x="6372" y="3360"/>
                  <a:pt x="6692" y="3486"/>
                  <a:pt x="6825" y="3771"/>
                </a:cubicBezTo>
                <a:cubicBezTo>
                  <a:pt x="7624" y="5478"/>
                  <a:pt x="9302" y="5953"/>
                  <a:pt x="11939" y="5225"/>
                </a:cubicBezTo>
                <a:cubicBezTo>
                  <a:pt x="11459" y="4751"/>
                  <a:pt x="11113" y="3992"/>
                  <a:pt x="11140" y="2790"/>
                </a:cubicBezTo>
                <a:cubicBezTo>
                  <a:pt x="11140" y="2442"/>
                  <a:pt x="11406" y="2158"/>
                  <a:pt x="11699" y="2189"/>
                </a:cubicBezTo>
                <a:cubicBezTo>
                  <a:pt x="11992" y="2189"/>
                  <a:pt x="12232" y="2506"/>
                  <a:pt x="12205" y="2854"/>
                </a:cubicBezTo>
                <a:cubicBezTo>
                  <a:pt x="12152" y="4277"/>
                  <a:pt x="12818" y="4561"/>
                  <a:pt x="13883" y="4941"/>
                </a:cubicBezTo>
                <a:cubicBezTo>
                  <a:pt x="14043" y="5004"/>
                  <a:pt x="14203" y="5036"/>
                  <a:pt x="14363" y="5099"/>
                </a:cubicBezTo>
                <a:cubicBezTo>
                  <a:pt x="14655" y="4308"/>
                  <a:pt x="15241" y="3707"/>
                  <a:pt x="15961" y="3486"/>
                </a:cubicBezTo>
                <a:cubicBezTo>
                  <a:pt x="16254" y="3391"/>
                  <a:pt x="16546" y="3613"/>
                  <a:pt x="16626" y="3960"/>
                </a:cubicBezTo>
                <a:cubicBezTo>
                  <a:pt x="16706" y="4308"/>
                  <a:pt x="16520" y="4656"/>
                  <a:pt x="16227" y="4751"/>
                </a:cubicBezTo>
                <a:cubicBezTo>
                  <a:pt x="15854" y="4878"/>
                  <a:pt x="15561" y="5162"/>
                  <a:pt x="15375" y="5573"/>
                </a:cubicBezTo>
                <a:cubicBezTo>
                  <a:pt x="15375" y="5605"/>
                  <a:pt x="15375" y="5605"/>
                  <a:pt x="15375" y="5637"/>
                </a:cubicBezTo>
                <a:cubicBezTo>
                  <a:pt x="16200" y="6111"/>
                  <a:pt x="16919" y="6807"/>
                  <a:pt x="17292" y="7977"/>
                </a:cubicBezTo>
                <a:cubicBezTo>
                  <a:pt x="17372" y="8230"/>
                  <a:pt x="17425" y="8483"/>
                  <a:pt x="17452" y="8736"/>
                </a:cubicBezTo>
                <a:cubicBezTo>
                  <a:pt x="17559" y="8641"/>
                  <a:pt x="17638" y="8514"/>
                  <a:pt x="17692" y="8356"/>
                </a:cubicBezTo>
                <a:cubicBezTo>
                  <a:pt x="17878" y="7882"/>
                  <a:pt x="18011" y="7408"/>
                  <a:pt x="18065" y="6870"/>
                </a:cubicBezTo>
                <a:cubicBezTo>
                  <a:pt x="18091" y="6649"/>
                  <a:pt x="18224" y="6459"/>
                  <a:pt x="18411" y="6364"/>
                </a:cubicBezTo>
                <a:cubicBezTo>
                  <a:pt x="18597" y="6269"/>
                  <a:pt x="18810" y="6332"/>
                  <a:pt x="18944" y="6490"/>
                </a:cubicBezTo>
                <a:cubicBezTo>
                  <a:pt x="19103" y="6649"/>
                  <a:pt x="19157" y="6870"/>
                  <a:pt x="19103" y="7123"/>
                </a:cubicBezTo>
                <a:cubicBezTo>
                  <a:pt x="19023" y="7755"/>
                  <a:pt x="18864" y="8388"/>
                  <a:pt x="18597" y="8957"/>
                </a:cubicBezTo>
                <a:cubicBezTo>
                  <a:pt x="18331" y="9495"/>
                  <a:pt x="17931" y="9938"/>
                  <a:pt x="17452" y="10254"/>
                </a:cubicBezTo>
                <a:cubicBezTo>
                  <a:pt x="17399" y="11044"/>
                  <a:pt x="17186" y="11835"/>
                  <a:pt x="16866" y="12531"/>
                </a:cubicBezTo>
                <a:cubicBezTo>
                  <a:pt x="17212" y="13005"/>
                  <a:pt x="17585" y="13416"/>
                  <a:pt x="18038" y="13733"/>
                </a:cubicBezTo>
                <a:cubicBezTo>
                  <a:pt x="18198" y="13859"/>
                  <a:pt x="18304" y="14080"/>
                  <a:pt x="18304" y="14302"/>
                </a:cubicBezTo>
                <a:cubicBezTo>
                  <a:pt x="18304" y="14523"/>
                  <a:pt x="18198" y="14745"/>
                  <a:pt x="18011" y="14839"/>
                </a:cubicBezTo>
                <a:cubicBezTo>
                  <a:pt x="17825" y="14934"/>
                  <a:pt x="17638" y="14934"/>
                  <a:pt x="17479" y="14808"/>
                </a:cubicBezTo>
                <a:cubicBezTo>
                  <a:pt x="17026" y="14460"/>
                  <a:pt x="16600" y="14017"/>
                  <a:pt x="16227" y="13543"/>
                </a:cubicBezTo>
                <a:cubicBezTo>
                  <a:pt x="15961" y="13796"/>
                  <a:pt x="15668" y="14049"/>
                  <a:pt x="15401" y="14270"/>
                </a:cubicBezTo>
                <a:cubicBezTo>
                  <a:pt x="14948" y="14618"/>
                  <a:pt x="14549" y="14998"/>
                  <a:pt x="14203" y="15472"/>
                </a:cubicBezTo>
                <a:cubicBezTo>
                  <a:pt x="13777" y="16073"/>
                  <a:pt x="13803" y="17243"/>
                  <a:pt x="13803" y="18255"/>
                </a:cubicBezTo>
                <a:cubicBezTo>
                  <a:pt x="13803" y="18413"/>
                  <a:pt x="13803" y="18540"/>
                  <a:pt x="13803" y="18698"/>
                </a:cubicBezTo>
                <a:lnTo>
                  <a:pt x="13803" y="21544"/>
                </a:lnTo>
                <a:lnTo>
                  <a:pt x="15934" y="21544"/>
                </a:lnTo>
                <a:cubicBezTo>
                  <a:pt x="15934" y="17433"/>
                  <a:pt x="17585" y="17211"/>
                  <a:pt x="17798" y="17148"/>
                </a:cubicBezTo>
                <a:cubicBezTo>
                  <a:pt x="18491" y="16927"/>
                  <a:pt x="20328" y="15788"/>
                  <a:pt x="20728" y="13448"/>
                </a:cubicBezTo>
                <a:cubicBezTo>
                  <a:pt x="20781" y="13321"/>
                  <a:pt x="20755" y="13163"/>
                  <a:pt x="20755" y="13037"/>
                </a:cubicBezTo>
                <a:cubicBezTo>
                  <a:pt x="20728" y="13037"/>
                  <a:pt x="20728" y="13037"/>
                  <a:pt x="20755" y="13037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  <p:pic>
        <p:nvPicPr>
          <p:cNvPr id="38" name="Graphic 37" descr="Bullseye">
            <a:extLst>
              <a:ext uri="{FF2B5EF4-FFF2-40B4-BE49-F238E27FC236}">
                <a16:creationId xmlns:a16="http://schemas.microsoft.com/office/drawing/2014/main" id="{2EFA818E-40AC-474E-806A-880B51F70B56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340232" y="2309680"/>
            <a:ext cx="471582" cy="471583"/>
          </a:xfrm>
          <a:prstGeom prst="rect">
            <a:avLst/>
          </a:prstGeom>
        </p:spPr>
      </p:pic>
      <p:pic>
        <p:nvPicPr>
          <p:cNvPr id="39" name="Image 4">
            <a:extLst>
              <a:ext uri="{FF2B5EF4-FFF2-40B4-BE49-F238E27FC236}">
                <a16:creationId xmlns:a16="http://schemas.microsoft.com/office/drawing/2014/main" id="{39802394-B317-4B94-93E7-10EE5598F6BF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sharpenSoften amount="28000"/>
                    </a14:imgEffect>
                    <a14:imgEffect>
                      <a14:colorTemperature colorTemp="2300"/>
                    </a14:imgEffect>
                    <a14:imgEffect>
                      <a14:saturation sat="0"/>
                    </a14:imgEffect>
                    <a14:imgEffect>
                      <a14:brightnessContrast bright="100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99848" y="3714143"/>
            <a:ext cx="417115" cy="417115"/>
          </a:xfrm>
          <a:prstGeom prst="rect">
            <a:avLst/>
          </a:prstGeom>
          <a:ln>
            <a:noFill/>
          </a:ln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99AB45DD-AC83-457B-8034-252C311BAEE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29923" y="2"/>
            <a:ext cx="3099060" cy="5157355"/>
          </a:xfrm>
          <a:prstGeom prst="rect">
            <a:avLst/>
          </a:prstGeom>
        </p:spPr>
      </p:pic>
      <p:sp>
        <p:nvSpPr>
          <p:cNvPr id="41" name="Freeform 303">
            <a:extLst>
              <a:ext uri="{FF2B5EF4-FFF2-40B4-BE49-F238E27FC236}">
                <a16:creationId xmlns:a16="http://schemas.microsoft.com/office/drawing/2014/main" id="{D45B3101-BBE5-49D5-AB3F-437E676F217A}"/>
              </a:ext>
            </a:extLst>
          </p:cNvPr>
          <p:cNvSpPr>
            <a:spLocks noEditPoints="1"/>
          </p:cNvSpPr>
          <p:nvPr/>
        </p:nvSpPr>
        <p:spPr bwMode="auto">
          <a:xfrm>
            <a:off x="3993498" y="930632"/>
            <a:ext cx="382836" cy="351880"/>
          </a:xfrm>
          <a:custGeom>
            <a:avLst/>
            <a:gdLst>
              <a:gd name="T0" fmla="*/ 45 w 45"/>
              <a:gd name="T1" fmla="*/ 13 h 41"/>
              <a:gd name="T2" fmla="*/ 31 w 45"/>
              <a:gd name="T3" fmla="*/ 24 h 41"/>
              <a:gd name="T4" fmla="*/ 28 w 45"/>
              <a:gd name="T5" fmla="*/ 26 h 41"/>
              <a:gd name="T6" fmla="*/ 26 w 45"/>
              <a:gd name="T7" fmla="*/ 31 h 41"/>
              <a:gd name="T8" fmla="*/ 30 w 45"/>
              <a:gd name="T9" fmla="*/ 34 h 41"/>
              <a:gd name="T10" fmla="*/ 35 w 45"/>
              <a:gd name="T11" fmla="*/ 39 h 41"/>
              <a:gd name="T12" fmla="*/ 35 w 45"/>
              <a:gd name="T13" fmla="*/ 40 h 41"/>
              <a:gd name="T14" fmla="*/ 34 w 45"/>
              <a:gd name="T15" fmla="*/ 41 h 41"/>
              <a:gd name="T16" fmla="*/ 12 w 45"/>
              <a:gd name="T17" fmla="*/ 41 h 41"/>
              <a:gd name="T18" fmla="*/ 11 w 45"/>
              <a:gd name="T19" fmla="*/ 40 h 41"/>
              <a:gd name="T20" fmla="*/ 11 w 45"/>
              <a:gd name="T21" fmla="*/ 39 h 41"/>
              <a:gd name="T22" fmla="*/ 16 w 45"/>
              <a:gd name="T23" fmla="*/ 34 h 41"/>
              <a:gd name="T24" fmla="*/ 19 w 45"/>
              <a:gd name="T25" fmla="*/ 31 h 41"/>
              <a:gd name="T26" fmla="*/ 18 w 45"/>
              <a:gd name="T27" fmla="*/ 26 h 41"/>
              <a:gd name="T28" fmla="*/ 15 w 45"/>
              <a:gd name="T29" fmla="*/ 24 h 41"/>
              <a:gd name="T30" fmla="*/ 0 w 45"/>
              <a:gd name="T31" fmla="*/ 13 h 41"/>
              <a:gd name="T32" fmla="*/ 0 w 45"/>
              <a:gd name="T33" fmla="*/ 9 h 41"/>
              <a:gd name="T34" fmla="*/ 3 w 45"/>
              <a:gd name="T35" fmla="*/ 7 h 41"/>
              <a:gd name="T36" fmla="*/ 11 w 45"/>
              <a:gd name="T37" fmla="*/ 7 h 41"/>
              <a:gd name="T38" fmla="*/ 11 w 45"/>
              <a:gd name="T39" fmla="*/ 4 h 41"/>
              <a:gd name="T40" fmla="*/ 15 w 45"/>
              <a:gd name="T41" fmla="*/ 0 h 41"/>
              <a:gd name="T42" fmla="*/ 31 w 45"/>
              <a:gd name="T43" fmla="*/ 0 h 41"/>
              <a:gd name="T44" fmla="*/ 35 w 45"/>
              <a:gd name="T45" fmla="*/ 4 h 41"/>
              <a:gd name="T46" fmla="*/ 35 w 45"/>
              <a:gd name="T47" fmla="*/ 7 h 41"/>
              <a:gd name="T48" fmla="*/ 43 w 45"/>
              <a:gd name="T49" fmla="*/ 7 h 41"/>
              <a:gd name="T50" fmla="*/ 45 w 45"/>
              <a:gd name="T51" fmla="*/ 9 h 41"/>
              <a:gd name="T52" fmla="*/ 45 w 45"/>
              <a:gd name="T53" fmla="*/ 13 h 41"/>
              <a:gd name="T54" fmla="*/ 11 w 45"/>
              <a:gd name="T55" fmla="*/ 10 h 41"/>
              <a:gd name="T56" fmla="*/ 4 w 45"/>
              <a:gd name="T57" fmla="*/ 10 h 41"/>
              <a:gd name="T58" fmla="*/ 4 w 45"/>
              <a:gd name="T59" fmla="*/ 13 h 41"/>
              <a:gd name="T60" fmla="*/ 13 w 45"/>
              <a:gd name="T61" fmla="*/ 20 h 41"/>
              <a:gd name="T62" fmla="*/ 11 w 45"/>
              <a:gd name="T63" fmla="*/ 10 h 41"/>
              <a:gd name="T64" fmla="*/ 42 w 45"/>
              <a:gd name="T65" fmla="*/ 10 h 41"/>
              <a:gd name="T66" fmla="*/ 35 w 45"/>
              <a:gd name="T67" fmla="*/ 10 h 41"/>
              <a:gd name="T68" fmla="*/ 33 w 45"/>
              <a:gd name="T69" fmla="*/ 20 h 41"/>
              <a:gd name="T70" fmla="*/ 42 w 45"/>
              <a:gd name="T71" fmla="*/ 13 h 41"/>
              <a:gd name="T72" fmla="*/ 42 w 45"/>
              <a:gd name="T73" fmla="*/ 1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5" h="41">
                <a:moveTo>
                  <a:pt x="45" y="13"/>
                </a:moveTo>
                <a:cubicBezTo>
                  <a:pt x="45" y="18"/>
                  <a:pt x="39" y="24"/>
                  <a:pt x="31" y="24"/>
                </a:cubicBezTo>
                <a:cubicBezTo>
                  <a:pt x="29" y="25"/>
                  <a:pt x="28" y="26"/>
                  <a:pt x="28" y="26"/>
                </a:cubicBezTo>
                <a:cubicBezTo>
                  <a:pt x="27" y="28"/>
                  <a:pt x="26" y="29"/>
                  <a:pt x="26" y="31"/>
                </a:cubicBezTo>
                <a:cubicBezTo>
                  <a:pt x="26" y="33"/>
                  <a:pt x="27" y="34"/>
                  <a:pt x="30" y="34"/>
                </a:cubicBezTo>
                <a:cubicBezTo>
                  <a:pt x="32" y="34"/>
                  <a:pt x="35" y="36"/>
                  <a:pt x="35" y="39"/>
                </a:cubicBezTo>
                <a:cubicBezTo>
                  <a:pt x="35" y="40"/>
                  <a:pt x="35" y="40"/>
                  <a:pt x="35" y="40"/>
                </a:cubicBezTo>
                <a:cubicBezTo>
                  <a:pt x="35" y="41"/>
                  <a:pt x="34" y="41"/>
                  <a:pt x="34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1" y="41"/>
                  <a:pt x="11" y="41"/>
                  <a:pt x="11" y="40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6"/>
                  <a:pt x="13" y="34"/>
                  <a:pt x="16" y="34"/>
                </a:cubicBezTo>
                <a:cubicBezTo>
                  <a:pt x="19" y="34"/>
                  <a:pt x="19" y="33"/>
                  <a:pt x="19" y="31"/>
                </a:cubicBezTo>
                <a:cubicBezTo>
                  <a:pt x="19" y="29"/>
                  <a:pt x="19" y="28"/>
                  <a:pt x="18" y="26"/>
                </a:cubicBezTo>
                <a:cubicBezTo>
                  <a:pt x="17" y="26"/>
                  <a:pt x="16" y="25"/>
                  <a:pt x="15" y="24"/>
                </a:cubicBezTo>
                <a:cubicBezTo>
                  <a:pt x="7" y="24"/>
                  <a:pt x="0" y="18"/>
                  <a:pt x="0" y="13"/>
                </a:cubicBezTo>
                <a:cubicBezTo>
                  <a:pt x="0" y="9"/>
                  <a:pt x="0" y="9"/>
                  <a:pt x="0" y="9"/>
                </a:cubicBezTo>
                <a:cubicBezTo>
                  <a:pt x="0" y="8"/>
                  <a:pt x="2" y="7"/>
                  <a:pt x="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4"/>
                  <a:pt x="11" y="4"/>
                  <a:pt x="11" y="4"/>
                </a:cubicBezTo>
                <a:cubicBezTo>
                  <a:pt x="11" y="2"/>
                  <a:pt x="13" y="0"/>
                  <a:pt x="15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3" y="0"/>
                  <a:pt x="35" y="2"/>
                  <a:pt x="35" y="4"/>
                </a:cubicBezTo>
                <a:cubicBezTo>
                  <a:pt x="35" y="7"/>
                  <a:pt x="35" y="7"/>
                  <a:pt x="35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4" y="7"/>
                  <a:pt x="45" y="8"/>
                  <a:pt x="45" y="9"/>
                </a:cubicBezTo>
                <a:lnTo>
                  <a:pt x="45" y="13"/>
                </a:lnTo>
                <a:close/>
                <a:moveTo>
                  <a:pt x="11" y="10"/>
                </a:moveTo>
                <a:cubicBezTo>
                  <a:pt x="4" y="10"/>
                  <a:pt x="4" y="10"/>
                  <a:pt x="4" y="10"/>
                </a:cubicBezTo>
                <a:cubicBezTo>
                  <a:pt x="4" y="13"/>
                  <a:pt x="4" y="13"/>
                  <a:pt x="4" y="13"/>
                </a:cubicBezTo>
                <a:cubicBezTo>
                  <a:pt x="4" y="15"/>
                  <a:pt x="7" y="19"/>
                  <a:pt x="13" y="20"/>
                </a:cubicBezTo>
                <a:cubicBezTo>
                  <a:pt x="12" y="18"/>
                  <a:pt x="11" y="14"/>
                  <a:pt x="11" y="10"/>
                </a:cubicBezTo>
                <a:close/>
                <a:moveTo>
                  <a:pt x="42" y="10"/>
                </a:moveTo>
                <a:cubicBezTo>
                  <a:pt x="35" y="10"/>
                  <a:pt x="35" y="10"/>
                  <a:pt x="35" y="10"/>
                </a:cubicBezTo>
                <a:cubicBezTo>
                  <a:pt x="35" y="14"/>
                  <a:pt x="34" y="18"/>
                  <a:pt x="33" y="20"/>
                </a:cubicBezTo>
                <a:cubicBezTo>
                  <a:pt x="38" y="19"/>
                  <a:pt x="42" y="15"/>
                  <a:pt x="42" y="13"/>
                </a:cubicBezTo>
                <a:lnTo>
                  <a:pt x="42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  <p:sp>
        <p:nvSpPr>
          <p:cNvPr id="40" name="Block Arc 14">
            <a:extLst>
              <a:ext uri="{FF2B5EF4-FFF2-40B4-BE49-F238E27FC236}">
                <a16:creationId xmlns:a16="http://schemas.microsoft.com/office/drawing/2014/main" id="{1DC932AD-8414-4A03-AC04-6DF86CC17374}"/>
              </a:ext>
            </a:extLst>
          </p:cNvPr>
          <p:cNvSpPr/>
          <p:nvPr/>
        </p:nvSpPr>
        <p:spPr>
          <a:xfrm rot="16200000">
            <a:off x="5418778" y="351773"/>
            <a:ext cx="344713" cy="36004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rgbClr val="00C459"/>
              </a:solidFill>
            </a:endParaRPr>
          </a:p>
        </p:txBody>
      </p:sp>
      <p:sp>
        <p:nvSpPr>
          <p:cNvPr id="42" name="TextBox 52">
            <a:extLst>
              <a:ext uri="{FF2B5EF4-FFF2-40B4-BE49-F238E27FC236}">
                <a16:creationId xmlns:a16="http://schemas.microsoft.com/office/drawing/2014/main" id="{F50FC2A4-48C0-421C-B856-347C38161458}"/>
              </a:ext>
            </a:extLst>
          </p:cNvPr>
          <p:cNvSpPr txBox="1"/>
          <p:nvPr/>
        </p:nvSpPr>
        <p:spPr>
          <a:xfrm>
            <a:off x="5958307" y="3119821"/>
            <a:ext cx="1188236" cy="571309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Analyse des Besoins     </a:t>
            </a:r>
          </a:p>
        </p:txBody>
      </p:sp>
      <p:sp>
        <p:nvSpPr>
          <p:cNvPr id="43" name="TextBox 52">
            <a:extLst>
              <a:ext uri="{FF2B5EF4-FFF2-40B4-BE49-F238E27FC236}">
                <a16:creationId xmlns:a16="http://schemas.microsoft.com/office/drawing/2014/main" id="{DBEEB35A-5F0B-486A-B6D1-A385C66B1FE2}"/>
              </a:ext>
            </a:extLst>
          </p:cNvPr>
          <p:cNvSpPr txBox="1"/>
          <p:nvPr/>
        </p:nvSpPr>
        <p:spPr>
          <a:xfrm>
            <a:off x="4115187" y="3129786"/>
            <a:ext cx="1155684" cy="32316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34289" tIns="45719" rIns="34289" bIns="45719">
            <a:spAutoFit/>
          </a:bodyPr>
          <a:lstStyle>
            <a:lvl1pPr>
              <a:defRPr>
                <a:solidFill>
                  <a:srgbClr val="535353"/>
                </a:solidFill>
              </a:defRPr>
            </a:lvl1pPr>
          </a:lstStyle>
          <a:p>
            <a:pPr algn="ctr" defTabSz="685783" latinLnBrk="0" hangingPunct="0"/>
            <a:r>
              <a:rPr lang="fr-FR" sz="1500" kern="0" dirty="0">
                <a:latin typeface="Avenir Next"/>
                <a:sym typeface="Avenir Next"/>
              </a:rPr>
              <a:t>Réalisation</a:t>
            </a:r>
            <a:endParaRPr sz="900" kern="0" dirty="0">
              <a:latin typeface="Avenir Next"/>
              <a:sym typeface="Avenir Nex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fill="hold" nodeType="tmRoot">
          <p:childTnLst>
            <p:seq concurrent="1" prevAc="none" nextAc="seek">
              <p:cTn id="2" dur="indefinite" fill="hold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450"/>
                                        <p:tgtEl>
                                          <p:spTgt spid="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4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45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900"/>
                            </p:stCondLst>
                            <p:childTnLst>
                              <p:par>
                                <p:cTn id="1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" fill="hold"/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5" dur="45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350"/>
                            </p:stCondLst>
                            <p:childTnLst>
                              <p:par>
                                <p:cTn id="1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8" fill="hold"/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45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800"/>
                            </p:stCondLst>
                            <p:childTnLst>
                              <p:par>
                                <p:cTn id="21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45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5" dur="45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225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8" fill="hold"/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45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2700"/>
                            </p:stCondLst>
                            <p:childTnLst>
                              <p:par>
                                <p:cTn id="3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2" fill="hold"/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3" dur="45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150"/>
                            </p:stCondLst>
                            <p:childTnLst>
                              <p:par>
                                <p:cTn id="3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36" fill="hold"/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45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>
                            <p:stCondLst>
                              <p:cond delay="3600"/>
                            </p:stCondLst>
                            <p:childTnLst>
                              <p:par>
                                <p:cTn id="39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450" fill="hold"/>
                                        <p:tgtEl>
                                          <p:spTgt spid="9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05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5" fill="hold"/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45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4500"/>
                            </p:stCondLst>
                            <p:childTnLst>
                              <p:par>
                                <p:cTn id="4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49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0" dur="45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4950"/>
                            </p:stCondLst>
                            <p:childTnLst>
                              <p:par>
                                <p:cTn id="52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53" fill="hold"/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4" dur="45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5400"/>
                            </p:stCondLst>
                            <p:childTnLst>
                              <p:par>
                                <p:cTn id="56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450" fill="hold"/>
                                        <p:tgtEl>
                                          <p:spTgt spid="9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0" dur="45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85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3" fill="hold"/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45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6300"/>
                            </p:stCondLst>
                            <p:childTnLst>
                              <p:par>
                                <p:cTn id="6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7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8" dur="45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6750"/>
                            </p:stCondLst>
                            <p:childTnLst>
                              <p:par>
                                <p:cTn id="7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1" fill="hold"/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45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7200"/>
                            </p:stCondLst>
                            <p:childTnLst>
                              <p:par>
                                <p:cTn id="7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75" fill="hold"/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45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7650"/>
                            </p:stCondLst>
                            <p:childTnLst>
                              <p:par>
                                <p:cTn id="7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0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1" dur="45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2" dur="45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8100"/>
                            </p:stCondLst>
                            <p:childTnLst>
                              <p:par>
                                <p:cTn id="84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5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6" dur="45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8550"/>
                            </p:stCondLst>
                            <p:childTnLst>
                              <p:par>
                                <p:cTn id="8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89" fill="hold"/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90" dur="450"/>
                                        <p:tgtEl>
                                          <p:spTgt spid="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9000"/>
                            </p:stCondLst>
                            <p:childTnLst>
                              <p:par>
                                <p:cTn id="92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3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4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5" dur="450" fill="hold"/>
                                        <p:tgtEl>
                                          <p:spTgt spid="9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9450"/>
                            </p:stCondLst>
                            <p:childTnLst>
                              <p:par>
                                <p:cTn id="9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98" fill="hold"/>
                                        <p:tgtEl>
                                          <p:spTgt spid="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450"/>
                                        <p:tgtEl>
                                          <p:spTgt spid="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0" fill="hold">
                            <p:stCondLst>
                              <p:cond delay="9900"/>
                            </p:stCondLst>
                            <p:childTnLst>
                              <p:par>
                                <p:cTn id="10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2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3" dur="45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>
                            <p:stCondLst>
                              <p:cond delay="10350"/>
                            </p:stCondLst>
                            <p:childTnLst>
                              <p:par>
                                <p:cTn id="105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06" fill="hold"/>
                                        <p:tgtEl>
                                          <p:spTgt spid="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7" dur="450"/>
                                        <p:tgtEl>
                                          <p:spTgt spid="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10800"/>
                            </p:stCondLst>
                            <p:childTnLst>
                              <p:par>
                                <p:cTn id="109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1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1" dur="45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2" fill="hold">
                            <p:stCondLst>
                              <p:cond delay="11250"/>
                            </p:stCondLst>
                            <p:childTnLst>
                              <p:par>
                                <p:cTn id="113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450" fill="hold"/>
                                        <p:tgtEl>
                                          <p:spTgt spid="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7" dur="45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>
                            <p:stCondLst>
                              <p:cond delay="11700"/>
                            </p:stCondLst>
                            <p:childTnLst>
                              <p:par>
                                <p:cTn id="119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0" fill="hold"/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1" dur="45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>
                            <p:stCondLst>
                              <p:cond delay="12150"/>
                            </p:stCondLst>
                            <p:childTnLst>
                              <p:par>
                                <p:cTn id="123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4" fill="hold"/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5" dur="45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6" fill="hold">
                            <p:stCondLst>
                              <p:cond delay="12600"/>
                            </p:stCondLst>
                            <p:childTnLst>
                              <p:par>
                                <p:cTn id="1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28" fill="hold"/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9" dur="45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13050"/>
                            </p:stCondLst>
                            <p:childTnLst>
                              <p:par>
                                <p:cTn id="13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3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4" dur="450" fill="hold"/>
                                        <p:tgtEl>
                                          <p:spTgt spid="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35" dur="45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6" fill="hold">
                            <p:stCondLst>
                              <p:cond delay="13500"/>
                            </p:stCondLst>
                            <p:childTnLst>
                              <p:par>
                                <p:cTn id="137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38" fill="hold"/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9" dur="45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3950"/>
                            </p:stCondLst>
                            <p:childTnLst>
                              <p:par>
                                <p:cTn id="141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2" fill="hold"/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43" dur="45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>
                            <p:stCondLst>
                              <p:cond delay="144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46" fill="hold"/>
                                        <p:tgtEl>
                                          <p:spTgt spid="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450"/>
                                        <p:tgtEl>
                                          <p:spTgt spid="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14850"/>
                            </p:stCondLst>
                            <p:childTnLst>
                              <p:par>
                                <p:cTn id="149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1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2" dur="450" fill="hold"/>
                                        <p:tgtEl>
                                          <p:spTgt spid="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3" dur="45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3" grpId="0" animBg="1" advAuto="0"/>
      <p:bldP spid="54" grpId="0" animBg="1" advAuto="0"/>
      <p:bldP spid="55" grpId="0" animBg="1" advAuto="0"/>
      <p:bldP spid="56" grpId="0" animBg="1" advAuto="0"/>
      <p:bldP spid="57" grpId="0" animBg="1" advAuto="0"/>
      <p:bldP spid="58" grpId="0" animBg="1" advAuto="0"/>
      <p:bldP spid="59" grpId="0" animBg="1" advAuto="0"/>
      <p:bldP spid="60" grpId="0" animBg="1" advAuto="0"/>
      <p:bldP spid="61" grpId="0" animBg="1" advAuto="0"/>
      <p:bldP spid="62" grpId="0" animBg="1" advAuto="0"/>
      <p:bldP spid="63" grpId="0" animBg="1" advAuto="0"/>
      <p:bldP spid="64" grpId="0" animBg="1" advAuto="0"/>
      <p:bldP spid="65" grpId="0" animBg="1" advAuto="0"/>
      <p:bldP spid="66" grpId="0" animBg="1" advAuto="0"/>
      <p:bldP spid="67" grpId="0" animBg="1" advAuto="0"/>
      <p:bldP spid="68" grpId="0" animBg="1" advAuto="0"/>
      <p:bldP spid="69" grpId="0" animBg="1" advAuto="0"/>
      <p:bldP spid="77" grpId="0" animBg="1" advAuto="0"/>
      <p:bldP spid="78" grpId="0" animBg="1" advAuto="0"/>
      <p:bldP spid="81" grpId="0" animBg="1" advAuto="0"/>
      <p:bldP spid="85" grpId="0" animBg="1" advAuto="0"/>
      <p:bldP spid="87" grpId="0" animBg="1" advAuto="0"/>
      <p:bldP spid="91" grpId="0" animBg="1" advAuto="0"/>
      <p:bldP spid="92" grpId="0" animBg="1"/>
      <p:bldP spid="94" grpId="0" animBg="1"/>
      <p:bldP spid="98" grpId="0" animBg="1" advAuto="0"/>
      <p:bldP spid="99" grpId="0" animBg="1" advAuto="0"/>
      <p:bldP spid="41" grpId="0" animBg="1"/>
      <p:bldP spid="40" grpId="0" animBg="1"/>
      <p:bldP spid="42" grpId="0" animBg="1" advAuto="0"/>
      <p:bldP spid="43" grpId="0" animBg="1" advAuto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riangle">
            <a:extLst>
              <a:ext uri="{FF2B5EF4-FFF2-40B4-BE49-F238E27FC236}">
                <a16:creationId xmlns:a16="http://schemas.microsoft.com/office/drawing/2014/main" id="{80A79A2B-9919-4AD8-B84C-273F6BD70DE7}"/>
              </a:ext>
            </a:extLst>
          </p:cNvPr>
          <p:cNvSpPr/>
          <p:nvPr/>
        </p:nvSpPr>
        <p:spPr>
          <a:xfrm>
            <a:off x="4845229" y="3209127"/>
            <a:ext cx="644848" cy="254000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22846">
                <a:srgbClr val="FF3847"/>
              </a:gs>
              <a:gs pos="63342">
                <a:srgbClr val="FF7D25"/>
              </a:gs>
              <a:gs pos="100000">
                <a:srgbClr val="FFC203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/>
          </a:p>
        </p:txBody>
      </p:sp>
      <p:sp>
        <p:nvSpPr>
          <p:cNvPr id="26" name="Triangle">
            <a:extLst>
              <a:ext uri="{FF2B5EF4-FFF2-40B4-BE49-F238E27FC236}">
                <a16:creationId xmlns:a16="http://schemas.microsoft.com/office/drawing/2014/main" id="{8060BF7F-DD1C-4681-99EA-8AA741EADCA9}"/>
              </a:ext>
            </a:extLst>
          </p:cNvPr>
          <p:cNvSpPr/>
          <p:nvPr/>
        </p:nvSpPr>
        <p:spPr>
          <a:xfrm rot="10800000" flipH="1">
            <a:off x="4845226" y="4477338"/>
            <a:ext cx="644848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22846">
                <a:srgbClr val="FF3847"/>
              </a:gs>
              <a:gs pos="63342">
                <a:srgbClr val="FF7D25"/>
              </a:gs>
              <a:gs pos="100000">
                <a:srgbClr val="FFC203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/>
          </a:p>
        </p:txBody>
      </p:sp>
      <p:pic>
        <p:nvPicPr>
          <p:cNvPr id="27" name="Picture1.png" descr="Picture1.png">
            <a:extLst>
              <a:ext uri="{FF2B5EF4-FFF2-40B4-BE49-F238E27FC236}">
                <a16:creationId xmlns:a16="http://schemas.microsoft.com/office/drawing/2014/main" id="{94D90302-A3F9-4B66-B89C-FE067F4CDFD9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435"/>
          </a:blip>
          <a:stretch>
            <a:fillRect/>
          </a:stretch>
        </p:blipFill>
        <p:spPr>
          <a:xfrm rot="10800000">
            <a:off x="4847620" y="2535651"/>
            <a:ext cx="128980" cy="2846344"/>
          </a:xfrm>
          <a:prstGeom prst="rect">
            <a:avLst/>
          </a:prstGeom>
          <a:ln w="12700">
            <a:miter lim="400000"/>
          </a:ln>
        </p:spPr>
      </p:pic>
      <p:sp>
        <p:nvSpPr>
          <p:cNvPr id="28" name="Rectangle">
            <a:extLst>
              <a:ext uri="{FF2B5EF4-FFF2-40B4-BE49-F238E27FC236}">
                <a16:creationId xmlns:a16="http://schemas.microsoft.com/office/drawing/2014/main" id="{6BA8F64E-8933-457A-9F77-67EFBD18DD35}"/>
              </a:ext>
            </a:extLst>
          </p:cNvPr>
          <p:cNvSpPr/>
          <p:nvPr/>
        </p:nvSpPr>
        <p:spPr>
          <a:xfrm>
            <a:off x="583695" y="3461090"/>
            <a:ext cx="4935700" cy="1016248"/>
          </a:xfrm>
          <a:prstGeom prst="rect">
            <a:avLst/>
          </a:prstGeom>
          <a:gradFill>
            <a:gsLst>
              <a:gs pos="22846">
                <a:srgbClr val="FF3847"/>
              </a:gs>
              <a:gs pos="63342">
                <a:srgbClr val="FF7D25"/>
              </a:gs>
              <a:gs pos="100000">
                <a:srgbClr val="FFC203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Oval 52">
            <a:extLst>
              <a:ext uri="{FF2B5EF4-FFF2-40B4-BE49-F238E27FC236}">
                <a16:creationId xmlns:a16="http://schemas.microsoft.com/office/drawing/2014/main" id="{71383617-B93A-40CE-8E51-F80D73FDF40E}"/>
              </a:ext>
            </a:extLst>
          </p:cNvPr>
          <p:cNvSpPr/>
          <p:nvPr/>
        </p:nvSpPr>
        <p:spPr>
          <a:xfrm>
            <a:off x="158618" y="3357920"/>
            <a:ext cx="1143003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30" name="TextBox 34">
            <a:extLst>
              <a:ext uri="{FF2B5EF4-FFF2-40B4-BE49-F238E27FC236}">
                <a16:creationId xmlns:a16="http://schemas.microsoft.com/office/drawing/2014/main" id="{4C50E8DD-C0C6-4457-A137-7C145B47D8DC}"/>
              </a:ext>
            </a:extLst>
          </p:cNvPr>
          <p:cNvSpPr txBox="1"/>
          <p:nvPr/>
        </p:nvSpPr>
        <p:spPr>
          <a:xfrm>
            <a:off x="1403222" y="3719206"/>
            <a:ext cx="3386942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 Présentation de </a:t>
            </a:r>
            <a:r>
              <a:rPr lang="fr-FR" dirty="0" err="1">
                <a:solidFill>
                  <a:schemeClr val="bg1"/>
                </a:solidFill>
              </a:rPr>
              <a:t>platforme</a:t>
            </a:r>
            <a:endParaRPr lang="fr-FR" dirty="0">
              <a:solidFill>
                <a:schemeClr val="bg1"/>
              </a:solidFill>
            </a:endParaRPr>
          </a:p>
        </p:txBody>
      </p:sp>
      <p:sp>
        <p:nvSpPr>
          <p:cNvPr id="35" name="TextBox 36">
            <a:extLst>
              <a:ext uri="{FF2B5EF4-FFF2-40B4-BE49-F238E27FC236}">
                <a16:creationId xmlns:a16="http://schemas.microsoft.com/office/drawing/2014/main" id="{5EA400AA-5B2D-4DCB-B293-4DB0B78ED113}"/>
              </a:ext>
            </a:extLst>
          </p:cNvPr>
          <p:cNvSpPr txBox="1"/>
          <p:nvPr/>
        </p:nvSpPr>
        <p:spPr>
          <a:xfrm>
            <a:off x="453336" y="3591907"/>
            <a:ext cx="525545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7" tIns="45717" rIns="45717" bIns="45717">
            <a:spAutoFit/>
          </a:bodyPr>
          <a:lstStyle>
            <a:lvl1pPr>
              <a:defRPr sz="3600">
                <a:solidFill>
                  <a:srgbClr val="FF8A00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/>
              <a:t>01</a:t>
            </a:r>
          </a:p>
        </p:txBody>
      </p:sp>
      <p:sp>
        <p:nvSpPr>
          <p:cNvPr id="11" name="Block Arc 14">
            <a:extLst>
              <a:ext uri="{FF2B5EF4-FFF2-40B4-BE49-F238E27FC236}">
                <a16:creationId xmlns:a16="http://schemas.microsoft.com/office/drawing/2014/main" id="{A8D7B83D-D75E-4606-B54E-E793E3E959B0}"/>
              </a:ext>
            </a:extLst>
          </p:cNvPr>
          <p:cNvSpPr/>
          <p:nvPr/>
        </p:nvSpPr>
        <p:spPr>
          <a:xfrm rot="16200000">
            <a:off x="4934605" y="3780744"/>
            <a:ext cx="344713" cy="360041"/>
          </a:xfrm>
          <a:custGeom>
            <a:avLst/>
            <a:gdLst/>
            <a:ahLst/>
            <a:cxnLst/>
            <a:rect l="l" t="t" r="r" b="b"/>
            <a:pathLst>
              <a:path w="3185463" h="3187558">
                <a:moveTo>
                  <a:pt x="764000" y="2343999"/>
                </a:moveTo>
                <a:cubicBezTo>
                  <a:pt x="566798" y="2256389"/>
                  <a:pt x="385374" y="2134753"/>
                  <a:pt x="230072" y="1981662"/>
                </a:cubicBezTo>
                <a:cubicBezTo>
                  <a:pt x="297001" y="2223876"/>
                  <a:pt x="428049" y="2439341"/>
                  <a:pt x="603989" y="2608945"/>
                </a:cubicBezTo>
                <a:cubicBezTo>
                  <a:pt x="667739" y="2525681"/>
                  <a:pt x="720588" y="2436567"/>
                  <a:pt x="764000" y="2343999"/>
                </a:cubicBezTo>
                <a:close/>
                <a:moveTo>
                  <a:pt x="783530" y="862903"/>
                </a:moveTo>
                <a:cubicBezTo>
                  <a:pt x="737619" y="760936"/>
                  <a:pt x="681240" y="662513"/>
                  <a:pt x="611676" y="571152"/>
                </a:cubicBezTo>
                <a:cubicBezTo>
                  <a:pt x="419218" y="754019"/>
                  <a:pt x="279227" y="991173"/>
                  <a:pt x="215545" y="1258034"/>
                </a:cubicBezTo>
                <a:cubicBezTo>
                  <a:pt x="378729" y="1090139"/>
                  <a:pt x="571934" y="956907"/>
                  <a:pt x="783530" y="862903"/>
                </a:cubicBezTo>
                <a:close/>
                <a:moveTo>
                  <a:pt x="935657" y="1673146"/>
                </a:moveTo>
                <a:lnTo>
                  <a:pt x="227023" y="1673146"/>
                </a:lnTo>
                <a:cubicBezTo>
                  <a:pt x="393068" y="1882941"/>
                  <a:pt x="605618" y="2045968"/>
                  <a:pt x="844267" y="2153109"/>
                </a:cubicBezTo>
                <a:cubicBezTo>
                  <a:pt x="897907" y="1997390"/>
                  <a:pt x="928862" y="1835739"/>
                  <a:pt x="935657" y="1673146"/>
                </a:cubicBezTo>
                <a:close/>
                <a:moveTo>
                  <a:pt x="935928" y="1493146"/>
                </a:moveTo>
                <a:cubicBezTo>
                  <a:pt x="928922" y="1345638"/>
                  <a:pt x="902278" y="1198995"/>
                  <a:pt x="856775" y="1056956"/>
                </a:cubicBezTo>
                <a:cubicBezTo>
                  <a:pt x="636768" y="1156959"/>
                  <a:pt x="439487" y="1304654"/>
                  <a:pt x="281464" y="1493146"/>
                </a:cubicBezTo>
                <a:close/>
                <a:moveTo>
                  <a:pt x="1469785" y="2515107"/>
                </a:moveTo>
                <a:cubicBezTo>
                  <a:pt x="1283000" y="2508124"/>
                  <a:pt x="1100523" y="2472287"/>
                  <a:pt x="927628" y="2411229"/>
                </a:cubicBezTo>
                <a:cubicBezTo>
                  <a:pt x="876831" y="2520843"/>
                  <a:pt x="814172" y="2626182"/>
                  <a:pt x="738220" y="2724387"/>
                </a:cubicBezTo>
                <a:cubicBezTo>
                  <a:pt x="944637" y="2881665"/>
                  <a:pt x="1196120" y="2982471"/>
                  <a:pt x="1469785" y="3005418"/>
                </a:cubicBezTo>
                <a:close/>
                <a:moveTo>
                  <a:pt x="1469785" y="1673146"/>
                </a:moveTo>
                <a:lnTo>
                  <a:pt x="1112275" y="1673146"/>
                </a:lnTo>
                <a:cubicBezTo>
                  <a:pt x="1105327" y="1858153"/>
                  <a:pt x="1070032" y="2042144"/>
                  <a:pt x="1008001" y="2219039"/>
                </a:cubicBezTo>
                <a:cubicBezTo>
                  <a:pt x="1155519" y="2270408"/>
                  <a:pt x="1310845" y="2300826"/>
                  <a:pt x="1469785" y="2307834"/>
                </a:cubicBezTo>
                <a:close/>
                <a:moveTo>
                  <a:pt x="1469785" y="898989"/>
                </a:moveTo>
                <a:cubicBezTo>
                  <a:pt x="1315103" y="907762"/>
                  <a:pt x="1164166" y="938783"/>
                  <a:pt x="1020939" y="990066"/>
                </a:cubicBezTo>
                <a:cubicBezTo>
                  <a:pt x="1074574" y="1153655"/>
                  <a:pt x="1105461" y="1322925"/>
                  <a:pt x="1112368" y="1493146"/>
                </a:cubicBezTo>
                <a:lnTo>
                  <a:pt x="1469785" y="1493146"/>
                </a:lnTo>
                <a:close/>
                <a:moveTo>
                  <a:pt x="1469785" y="182141"/>
                </a:moveTo>
                <a:cubicBezTo>
                  <a:pt x="1199839" y="204777"/>
                  <a:pt x="951477" y="303168"/>
                  <a:pt x="746615" y="456764"/>
                </a:cubicBezTo>
                <a:cubicBezTo>
                  <a:pt x="828296" y="562801"/>
                  <a:pt x="894225" y="677310"/>
                  <a:pt x="947434" y="796072"/>
                </a:cubicBezTo>
                <a:cubicBezTo>
                  <a:pt x="1113886" y="736067"/>
                  <a:pt x="1289644" y="700323"/>
                  <a:pt x="1469785" y="691530"/>
                </a:cubicBezTo>
                <a:close/>
                <a:moveTo>
                  <a:pt x="2150063" y="992171"/>
                </a:moveTo>
                <a:cubicBezTo>
                  <a:pt x="1990712" y="935501"/>
                  <a:pt x="1822242" y="902595"/>
                  <a:pt x="1649785" y="897224"/>
                </a:cubicBezTo>
                <a:lnTo>
                  <a:pt x="1649785" y="1493146"/>
                </a:lnTo>
                <a:lnTo>
                  <a:pt x="2063712" y="1493146"/>
                </a:lnTo>
                <a:cubicBezTo>
                  <a:pt x="2069089" y="1323887"/>
                  <a:pt x="2098366" y="1155330"/>
                  <a:pt x="2150063" y="992171"/>
                </a:cubicBezTo>
                <a:close/>
                <a:moveTo>
                  <a:pt x="2168848" y="2199110"/>
                </a:moveTo>
                <a:cubicBezTo>
                  <a:pt x="2108555" y="2028681"/>
                  <a:pt x="2073581" y="1851532"/>
                  <a:pt x="2065295" y="1673146"/>
                </a:cubicBezTo>
                <a:lnTo>
                  <a:pt x="1649785" y="1673146"/>
                </a:lnTo>
                <a:lnTo>
                  <a:pt x="1649785" y="2307299"/>
                </a:lnTo>
                <a:cubicBezTo>
                  <a:pt x="1829404" y="2299517"/>
                  <a:pt x="2004315" y="2261965"/>
                  <a:pt x="2168848" y="2199110"/>
                </a:cubicBezTo>
                <a:close/>
                <a:moveTo>
                  <a:pt x="2422394" y="446879"/>
                </a:moveTo>
                <a:cubicBezTo>
                  <a:pt x="2204309" y="287209"/>
                  <a:pt x="1938140" y="189883"/>
                  <a:pt x="1649785" y="178919"/>
                </a:cubicBezTo>
                <a:lnTo>
                  <a:pt x="1649785" y="689876"/>
                </a:lnTo>
                <a:cubicBezTo>
                  <a:pt x="1846998" y="695154"/>
                  <a:pt x="2039668" y="732502"/>
                  <a:pt x="2221721" y="797410"/>
                </a:cubicBezTo>
                <a:cubicBezTo>
                  <a:pt x="2275056" y="675360"/>
                  <a:pt x="2341760" y="557662"/>
                  <a:pt x="2422394" y="446879"/>
                </a:cubicBezTo>
                <a:close/>
                <a:moveTo>
                  <a:pt x="2447278" y="2722123"/>
                </a:moveTo>
                <a:cubicBezTo>
                  <a:pt x="2366121" y="2618714"/>
                  <a:pt x="2299534" y="2507403"/>
                  <a:pt x="2246145" y="2391362"/>
                </a:cubicBezTo>
                <a:cubicBezTo>
                  <a:pt x="2057375" y="2464119"/>
                  <a:pt x="1856285" y="2506958"/>
                  <a:pt x="1649785" y="2514779"/>
                </a:cubicBezTo>
                <a:lnTo>
                  <a:pt x="1649785" y="3008639"/>
                </a:lnTo>
                <a:cubicBezTo>
                  <a:pt x="1949198" y="2997255"/>
                  <a:pt x="2224691" y="2892757"/>
                  <a:pt x="2447278" y="2722123"/>
                </a:cubicBezTo>
                <a:close/>
                <a:moveTo>
                  <a:pt x="2878934" y="1493146"/>
                </a:moveTo>
                <a:cubicBezTo>
                  <a:pt x="2723190" y="1307255"/>
                  <a:pt x="2529440" y="1161128"/>
                  <a:pt x="2313862" y="1060620"/>
                </a:cubicBezTo>
                <a:cubicBezTo>
                  <a:pt x="2270535" y="1201714"/>
                  <a:pt x="2245604" y="1347104"/>
                  <a:pt x="2240109" y="1493146"/>
                </a:cubicBezTo>
                <a:close/>
                <a:moveTo>
                  <a:pt x="2890636" y="1673146"/>
                </a:moveTo>
                <a:lnTo>
                  <a:pt x="2241814" y="1673146"/>
                </a:lnTo>
                <a:cubicBezTo>
                  <a:pt x="2249736" y="1827102"/>
                  <a:pt x="2279520" y="1979973"/>
                  <a:pt x="2329964" y="2127513"/>
                </a:cubicBezTo>
                <a:cubicBezTo>
                  <a:pt x="2545677" y="2019923"/>
                  <a:pt x="2738160" y="1866413"/>
                  <a:pt x="2890636" y="1673146"/>
                </a:cubicBezTo>
                <a:close/>
                <a:moveTo>
                  <a:pt x="2973035" y="1284386"/>
                </a:moveTo>
                <a:cubicBezTo>
                  <a:pt x="2912066" y="1001840"/>
                  <a:pt x="2765308" y="751379"/>
                  <a:pt x="2561381" y="561108"/>
                </a:cubicBezTo>
                <a:cubicBezTo>
                  <a:pt x="2489321" y="656437"/>
                  <a:pt x="2431363" y="759225"/>
                  <a:pt x="2384553" y="865647"/>
                </a:cubicBezTo>
                <a:cubicBezTo>
                  <a:pt x="2604520" y="964977"/>
                  <a:pt x="2804622" y="1106677"/>
                  <a:pt x="2973035" y="1284386"/>
                </a:cubicBezTo>
                <a:close/>
                <a:moveTo>
                  <a:pt x="2974277" y="1897328"/>
                </a:moveTo>
                <a:cubicBezTo>
                  <a:pt x="2812488" y="2073933"/>
                  <a:pt x="2619878" y="2216690"/>
                  <a:pt x="2407486" y="2319665"/>
                </a:cubicBezTo>
                <a:cubicBezTo>
                  <a:pt x="2454169" y="2420503"/>
                  <a:pt x="2511856" y="2517376"/>
                  <a:pt x="2582047" y="2607468"/>
                </a:cubicBezTo>
                <a:cubicBezTo>
                  <a:pt x="2776399" y="2417974"/>
                  <a:pt x="2916061" y="2172750"/>
                  <a:pt x="2974277" y="1897328"/>
                </a:cubicBezTo>
                <a:close/>
                <a:moveTo>
                  <a:pt x="3185463" y="1593779"/>
                </a:moveTo>
                <a:cubicBezTo>
                  <a:pt x="3185463" y="2473999"/>
                  <a:pt x="2471904" y="3187558"/>
                  <a:pt x="1591684" y="3187558"/>
                </a:cubicBezTo>
                <a:cubicBezTo>
                  <a:pt x="738111" y="3187558"/>
                  <a:pt x="41261" y="2516549"/>
                  <a:pt x="1913" y="1673146"/>
                </a:cubicBezTo>
                <a:lnTo>
                  <a:pt x="0" y="1673146"/>
                </a:lnTo>
                <a:lnTo>
                  <a:pt x="0" y="1493146"/>
                </a:lnTo>
                <a:lnTo>
                  <a:pt x="2750" y="1493146"/>
                </a:lnTo>
                <a:cubicBezTo>
                  <a:pt x="50490" y="700174"/>
                  <a:pt x="679654" y="64473"/>
                  <a:pt x="1469785" y="6156"/>
                </a:cubicBezTo>
                <a:lnTo>
                  <a:pt x="1469785" y="0"/>
                </a:lnTo>
                <a:lnTo>
                  <a:pt x="1591684" y="0"/>
                </a:lnTo>
                <a:lnTo>
                  <a:pt x="1649785" y="0"/>
                </a:lnTo>
                <a:lnTo>
                  <a:pt x="1649785" y="2934"/>
                </a:lnTo>
                <a:cubicBezTo>
                  <a:pt x="2503127" y="31654"/>
                  <a:pt x="3185463" y="733032"/>
                  <a:pt x="3185463" y="159377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>
              <a:solidFill>
                <a:srgbClr val="00C459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6601473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5" grpId="0" animBg="1"/>
      <p:bldP spid="26" grpId="0" animBg="1"/>
      <p:bldP spid="28" grpId="0" animBg="1"/>
      <p:bldP spid="29" grpId="0" animBg="1"/>
      <p:bldP spid="30" grpId="0" animBg="1"/>
      <p:bldP spid="35" grpId="0" animBg="1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9" name="Connecteur droit avec flèche 13">
            <a:extLst>
              <a:ext uri="{FF2B5EF4-FFF2-40B4-BE49-F238E27FC236}">
                <a16:creationId xmlns:a16="http://schemas.microsoft.com/office/drawing/2014/main" id="{829010C6-B17E-447A-9543-CB7E8D5E688A}"/>
              </a:ext>
            </a:extLst>
          </p:cNvPr>
          <p:cNvCxnSpPr>
            <a:cxnSpLocks/>
          </p:cNvCxnSpPr>
          <p:nvPr/>
        </p:nvCxnSpPr>
        <p:spPr>
          <a:xfrm>
            <a:off x="5438715" y="1959218"/>
            <a:ext cx="959749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Connecteur droit avec flèche 19">
            <a:extLst>
              <a:ext uri="{FF2B5EF4-FFF2-40B4-BE49-F238E27FC236}">
                <a16:creationId xmlns:a16="http://schemas.microsoft.com/office/drawing/2014/main" id="{EE44FC3F-5571-49AF-9868-0391535CB389}"/>
              </a:ext>
            </a:extLst>
          </p:cNvPr>
          <p:cNvCxnSpPr>
            <a:cxnSpLocks/>
          </p:cNvCxnSpPr>
          <p:nvPr/>
        </p:nvCxnSpPr>
        <p:spPr>
          <a:xfrm flipH="1">
            <a:off x="2588319" y="1959218"/>
            <a:ext cx="906180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Connecteur droit avec flèche 13">
            <a:extLst>
              <a:ext uri="{FF2B5EF4-FFF2-40B4-BE49-F238E27FC236}">
                <a16:creationId xmlns:a16="http://schemas.microsoft.com/office/drawing/2014/main" id="{E764D5B4-5B20-467E-816E-8794EA5282DB}"/>
              </a:ext>
            </a:extLst>
          </p:cNvPr>
          <p:cNvCxnSpPr>
            <a:cxnSpLocks/>
          </p:cNvCxnSpPr>
          <p:nvPr/>
        </p:nvCxnSpPr>
        <p:spPr>
          <a:xfrm flipH="1">
            <a:off x="4457745" y="2859318"/>
            <a:ext cx="8862" cy="23950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71">
            <a:extLst>
              <a:ext uri="{FF2B5EF4-FFF2-40B4-BE49-F238E27FC236}">
                <a16:creationId xmlns:a16="http://schemas.microsoft.com/office/drawing/2014/main" id="{BF02862B-0CB4-4675-915D-FA7DEBF2D81A}"/>
              </a:ext>
            </a:extLst>
          </p:cNvPr>
          <p:cNvSpPr txBox="1"/>
          <p:nvPr/>
        </p:nvSpPr>
        <p:spPr>
          <a:xfrm>
            <a:off x="4932040" y="3723878"/>
            <a:ext cx="404626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fr-FR" sz="1600" b="1" dirty="0">
                <a:latin typeface="Times New Roman" panose="02020603050405020304" pitchFamily="18" charset="0"/>
                <a:ea typeface="Calibri" panose="020F0502020204030204" pitchFamily="34" charset="0"/>
              </a:rPr>
              <a:t>Plateforme éducative en ligne pour </a:t>
            </a:r>
          </a:p>
          <a:p>
            <a:r>
              <a:rPr lang="fr-FR" sz="1600" b="1" dirty="0">
                <a:latin typeface="Times New Roman" panose="02020603050405020304" pitchFamily="18" charset="0"/>
                <a:ea typeface="Calibri" panose="020F0502020204030204" pitchFamily="34" charset="0"/>
              </a:rPr>
              <a:t>apprendre et réserver des cours facilement.</a:t>
            </a:r>
          </a:p>
        </p:txBody>
      </p:sp>
      <p:grpSp>
        <p:nvGrpSpPr>
          <p:cNvPr id="28" name="Group 75">
            <a:extLst>
              <a:ext uri="{FF2B5EF4-FFF2-40B4-BE49-F238E27FC236}">
                <a16:creationId xmlns:a16="http://schemas.microsoft.com/office/drawing/2014/main" id="{3E6B88A2-1BBB-4D79-B19F-C5B0F059D887}"/>
              </a:ext>
            </a:extLst>
          </p:cNvPr>
          <p:cNvGrpSpPr/>
          <p:nvPr/>
        </p:nvGrpSpPr>
        <p:grpSpPr>
          <a:xfrm>
            <a:off x="-37372" y="-35250"/>
            <a:ext cx="9297675" cy="603544"/>
            <a:chOff x="0" y="27613"/>
            <a:chExt cx="9297675" cy="603544"/>
          </a:xfrm>
        </p:grpSpPr>
        <p:sp>
          <p:nvSpPr>
            <p:cNvPr id="29" name="Rectangle: Rounded Corners 76">
              <a:extLst>
                <a:ext uri="{FF2B5EF4-FFF2-40B4-BE49-F238E27FC236}">
                  <a16:creationId xmlns:a16="http://schemas.microsoft.com/office/drawing/2014/main" id="{E516CCD5-2CB4-4C67-A9E8-C2645EE07683}"/>
                </a:ext>
              </a:extLst>
            </p:cNvPr>
            <p:cNvSpPr/>
            <p:nvPr/>
          </p:nvSpPr>
          <p:spPr>
            <a:xfrm>
              <a:off x="0" y="27613"/>
              <a:ext cx="9297675" cy="603544"/>
            </a:xfrm>
            <a:prstGeom prst="roundRect">
              <a:avLst/>
            </a:prstGeom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30" name="Rectangle: Rounded Corners 4">
              <a:extLst>
                <a:ext uri="{FF2B5EF4-FFF2-40B4-BE49-F238E27FC236}">
                  <a16:creationId xmlns:a16="http://schemas.microsoft.com/office/drawing/2014/main" id="{E17BB047-AF9A-439E-845E-844E212B6735}"/>
                </a:ext>
              </a:extLst>
            </p:cNvPr>
            <p:cNvSpPr txBox="1"/>
            <p:nvPr/>
          </p:nvSpPr>
          <p:spPr>
            <a:xfrm>
              <a:off x="29463" y="57076"/>
              <a:ext cx="9238749" cy="544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marL="285750" indent="-285750">
                <a:buFont typeface="Wingdings" panose="05000000000000000000" pitchFamily="2" charset="2"/>
                <a:buChar char="q"/>
              </a:pPr>
              <a:r>
                <a:rPr lang="fr-FR" sz="2800" b="1" i="1" u="sng" dirty="0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Présentation de </a:t>
              </a:r>
              <a:r>
                <a:rPr lang="fr-FR" sz="2800" b="1" i="1" u="sng" dirty="0" err="1">
                  <a:solidFill>
                    <a:schemeClr val="bg1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platforme</a:t>
              </a:r>
              <a:endParaRPr lang="fr-FR" sz="2800" b="1" i="1" u="sng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pic>
        <p:nvPicPr>
          <p:cNvPr id="11" name="Image 10">
            <a:extLst>
              <a:ext uri="{FF2B5EF4-FFF2-40B4-BE49-F238E27FC236}">
                <a16:creationId xmlns:a16="http://schemas.microsoft.com/office/drawing/2014/main" id="{26B0F6DC-1E4F-4FF9-ACB3-D54B4A84E35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5576" y="1219060"/>
            <a:ext cx="4464496" cy="21227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57189307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5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53" presetClass="entr" presetSubtype="16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1000"/>
                            </p:stCondLst>
                            <p:childTnLst>
                              <p:par>
                                <p:cTn id="22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5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00000">
                <a:srgbClr val="FF2A70"/>
              </a:gs>
              <a:gs pos="64135">
                <a:srgbClr val="E1359B"/>
              </a:gs>
              <a:gs pos="0">
                <a:srgbClr val="C23FC6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00000">
                <a:srgbClr val="FF2A70"/>
              </a:gs>
              <a:gs pos="64135">
                <a:srgbClr val="E1359B"/>
              </a:gs>
              <a:gs pos="0">
                <a:srgbClr val="C23FC6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12259" y="3479574"/>
            <a:ext cx="4881305" cy="1013947"/>
          </a:xfrm>
          <a:prstGeom prst="rect">
            <a:avLst/>
          </a:prstGeom>
          <a:gradFill>
            <a:gsLst>
              <a:gs pos="1890">
                <a:srgbClr val="FF2A70"/>
              </a:gs>
              <a:gs pos="64135">
                <a:srgbClr val="E1359B"/>
              </a:gs>
              <a:gs pos="98899">
                <a:srgbClr val="C23FC6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473891" y="3727575"/>
            <a:ext cx="2490786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Problématique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/>
              <a:t>02</a:t>
            </a:r>
            <a:endParaRPr dirty="0"/>
          </a:p>
        </p:txBody>
      </p:sp>
      <p:sp>
        <p:nvSpPr>
          <p:cNvPr id="10" name="Graphic 20">
            <a:extLst>
              <a:ext uri="{FF2B5EF4-FFF2-40B4-BE49-F238E27FC236}">
                <a16:creationId xmlns:a16="http://schemas.microsoft.com/office/drawing/2014/main" id="{B9E2186A-3AB7-4943-B33D-2C0D44A0052D}"/>
              </a:ext>
            </a:extLst>
          </p:cNvPr>
          <p:cNvSpPr/>
          <p:nvPr/>
        </p:nvSpPr>
        <p:spPr>
          <a:xfrm>
            <a:off x="4801805" y="3696258"/>
            <a:ext cx="423726" cy="416983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052" h="21229" extrusionOk="0">
                <a:moveTo>
                  <a:pt x="14148" y="8704"/>
                </a:moveTo>
                <a:lnTo>
                  <a:pt x="11394" y="8704"/>
                </a:lnTo>
                <a:cubicBezTo>
                  <a:pt x="10218" y="8704"/>
                  <a:pt x="9259" y="9500"/>
                  <a:pt x="9259" y="10509"/>
                </a:cubicBezTo>
                <a:lnTo>
                  <a:pt x="9259" y="12472"/>
                </a:lnTo>
                <a:lnTo>
                  <a:pt x="7866" y="12472"/>
                </a:lnTo>
                <a:lnTo>
                  <a:pt x="7866" y="10907"/>
                </a:lnTo>
                <a:cubicBezTo>
                  <a:pt x="7866" y="10349"/>
                  <a:pt x="7897" y="9633"/>
                  <a:pt x="7433" y="9182"/>
                </a:cubicBezTo>
                <a:cubicBezTo>
                  <a:pt x="7154" y="8916"/>
                  <a:pt x="6845" y="8704"/>
                  <a:pt x="6504" y="8492"/>
                </a:cubicBezTo>
                <a:cubicBezTo>
                  <a:pt x="6257" y="8359"/>
                  <a:pt x="6009" y="8200"/>
                  <a:pt x="5824" y="7988"/>
                </a:cubicBezTo>
                <a:cubicBezTo>
                  <a:pt x="5731" y="7882"/>
                  <a:pt x="5669" y="7749"/>
                  <a:pt x="5607" y="7616"/>
                </a:cubicBezTo>
                <a:cubicBezTo>
                  <a:pt x="5978" y="7484"/>
                  <a:pt x="6381" y="7457"/>
                  <a:pt x="6752" y="7484"/>
                </a:cubicBezTo>
                <a:cubicBezTo>
                  <a:pt x="6938" y="7484"/>
                  <a:pt x="7092" y="7377"/>
                  <a:pt x="7092" y="7218"/>
                </a:cubicBezTo>
                <a:cubicBezTo>
                  <a:pt x="7123" y="7059"/>
                  <a:pt x="6999" y="6926"/>
                  <a:pt x="6845" y="6873"/>
                </a:cubicBezTo>
                <a:cubicBezTo>
                  <a:pt x="6381" y="6820"/>
                  <a:pt x="5885" y="6873"/>
                  <a:pt x="5421" y="7006"/>
                </a:cubicBezTo>
                <a:cubicBezTo>
                  <a:pt x="5421" y="6953"/>
                  <a:pt x="5421" y="6900"/>
                  <a:pt x="5390" y="6873"/>
                </a:cubicBezTo>
                <a:cubicBezTo>
                  <a:pt x="5359" y="6634"/>
                  <a:pt x="5421" y="6396"/>
                  <a:pt x="5483" y="6157"/>
                </a:cubicBezTo>
                <a:cubicBezTo>
                  <a:pt x="5731" y="5600"/>
                  <a:pt x="6350" y="5361"/>
                  <a:pt x="6938" y="5175"/>
                </a:cubicBezTo>
                <a:cubicBezTo>
                  <a:pt x="7030" y="5148"/>
                  <a:pt x="7154" y="5122"/>
                  <a:pt x="7309" y="5095"/>
                </a:cubicBezTo>
                <a:lnTo>
                  <a:pt x="7402" y="5069"/>
                </a:lnTo>
                <a:lnTo>
                  <a:pt x="7433" y="5069"/>
                </a:lnTo>
                <a:cubicBezTo>
                  <a:pt x="7587" y="5095"/>
                  <a:pt x="7711" y="5122"/>
                  <a:pt x="7835" y="5148"/>
                </a:cubicBezTo>
                <a:lnTo>
                  <a:pt x="7990" y="5175"/>
                </a:lnTo>
                <a:lnTo>
                  <a:pt x="8175" y="5201"/>
                </a:lnTo>
                <a:cubicBezTo>
                  <a:pt x="8485" y="5520"/>
                  <a:pt x="8640" y="5918"/>
                  <a:pt x="8609" y="6316"/>
                </a:cubicBezTo>
                <a:cubicBezTo>
                  <a:pt x="8578" y="6714"/>
                  <a:pt x="8361" y="7086"/>
                  <a:pt x="7990" y="7351"/>
                </a:cubicBezTo>
                <a:cubicBezTo>
                  <a:pt x="7866" y="7457"/>
                  <a:pt x="7835" y="7643"/>
                  <a:pt x="7959" y="7775"/>
                </a:cubicBezTo>
                <a:cubicBezTo>
                  <a:pt x="8083" y="7882"/>
                  <a:pt x="8268" y="7908"/>
                  <a:pt x="8423" y="7802"/>
                </a:cubicBezTo>
                <a:cubicBezTo>
                  <a:pt x="8640" y="7643"/>
                  <a:pt x="8825" y="7457"/>
                  <a:pt x="8949" y="7245"/>
                </a:cubicBezTo>
                <a:lnTo>
                  <a:pt x="8980" y="7245"/>
                </a:lnTo>
                <a:cubicBezTo>
                  <a:pt x="9506" y="7192"/>
                  <a:pt x="10032" y="7059"/>
                  <a:pt x="10496" y="6847"/>
                </a:cubicBezTo>
                <a:cubicBezTo>
                  <a:pt x="10558" y="6794"/>
                  <a:pt x="10620" y="6741"/>
                  <a:pt x="10651" y="6661"/>
                </a:cubicBezTo>
                <a:cubicBezTo>
                  <a:pt x="10682" y="6581"/>
                  <a:pt x="10651" y="6502"/>
                  <a:pt x="10589" y="6449"/>
                </a:cubicBezTo>
                <a:cubicBezTo>
                  <a:pt x="10465" y="6316"/>
                  <a:pt x="10280" y="6289"/>
                  <a:pt x="10125" y="6369"/>
                </a:cubicBezTo>
                <a:cubicBezTo>
                  <a:pt x="9846" y="6502"/>
                  <a:pt x="9568" y="6608"/>
                  <a:pt x="9228" y="6634"/>
                </a:cubicBezTo>
                <a:cubicBezTo>
                  <a:pt x="9259" y="6555"/>
                  <a:pt x="9289" y="6449"/>
                  <a:pt x="9289" y="6369"/>
                </a:cubicBezTo>
                <a:cubicBezTo>
                  <a:pt x="9320" y="6024"/>
                  <a:pt x="9259" y="5679"/>
                  <a:pt x="9104" y="5387"/>
                </a:cubicBezTo>
                <a:cubicBezTo>
                  <a:pt x="9351" y="5414"/>
                  <a:pt x="9599" y="5440"/>
                  <a:pt x="9846" y="5440"/>
                </a:cubicBezTo>
                <a:cubicBezTo>
                  <a:pt x="10063" y="5440"/>
                  <a:pt x="10280" y="5414"/>
                  <a:pt x="10496" y="5387"/>
                </a:cubicBezTo>
                <a:cubicBezTo>
                  <a:pt x="10899" y="5812"/>
                  <a:pt x="11425" y="6104"/>
                  <a:pt x="12044" y="6236"/>
                </a:cubicBezTo>
                <a:cubicBezTo>
                  <a:pt x="12848" y="6581"/>
                  <a:pt x="13591" y="7032"/>
                  <a:pt x="13591" y="7775"/>
                </a:cubicBezTo>
                <a:cubicBezTo>
                  <a:pt x="13591" y="7882"/>
                  <a:pt x="13653" y="8014"/>
                  <a:pt x="13746" y="8067"/>
                </a:cubicBezTo>
                <a:cubicBezTo>
                  <a:pt x="13869" y="8120"/>
                  <a:pt x="13993" y="8120"/>
                  <a:pt x="14117" y="8067"/>
                </a:cubicBezTo>
                <a:cubicBezTo>
                  <a:pt x="14241" y="8014"/>
                  <a:pt x="14303" y="7882"/>
                  <a:pt x="14272" y="7775"/>
                </a:cubicBezTo>
                <a:cubicBezTo>
                  <a:pt x="14272" y="7192"/>
                  <a:pt x="13962" y="6661"/>
                  <a:pt x="13436" y="6316"/>
                </a:cubicBezTo>
                <a:cubicBezTo>
                  <a:pt x="13869" y="6289"/>
                  <a:pt x="14241" y="6104"/>
                  <a:pt x="14519" y="5838"/>
                </a:cubicBezTo>
                <a:cubicBezTo>
                  <a:pt x="14643" y="5706"/>
                  <a:pt x="14612" y="5520"/>
                  <a:pt x="14488" y="5414"/>
                </a:cubicBezTo>
                <a:cubicBezTo>
                  <a:pt x="14334" y="5308"/>
                  <a:pt x="14117" y="5334"/>
                  <a:pt x="13993" y="5440"/>
                </a:cubicBezTo>
                <a:cubicBezTo>
                  <a:pt x="13838" y="5600"/>
                  <a:pt x="13436" y="5732"/>
                  <a:pt x="12848" y="5706"/>
                </a:cubicBezTo>
                <a:cubicBezTo>
                  <a:pt x="12260" y="5706"/>
                  <a:pt x="11672" y="5520"/>
                  <a:pt x="11239" y="5201"/>
                </a:cubicBezTo>
                <a:cubicBezTo>
                  <a:pt x="11734" y="5016"/>
                  <a:pt x="12167" y="4697"/>
                  <a:pt x="12446" y="4299"/>
                </a:cubicBezTo>
                <a:cubicBezTo>
                  <a:pt x="12539" y="4167"/>
                  <a:pt x="12477" y="3981"/>
                  <a:pt x="12322" y="3875"/>
                </a:cubicBezTo>
                <a:cubicBezTo>
                  <a:pt x="12167" y="3795"/>
                  <a:pt x="11951" y="3848"/>
                  <a:pt x="11858" y="3981"/>
                </a:cubicBezTo>
                <a:cubicBezTo>
                  <a:pt x="11332" y="4803"/>
                  <a:pt x="10218" y="5042"/>
                  <a:pt x="8454" y="4671"/>
                </a:cubicBezTo>
                <a:cubicBezTo>
                  <a:pt x="8856" y="4379"/>
                  <a:pt x="9042" y="3928"/>
                  <a:pt x="8980" y="3477"/>
                </a:cubicBezTo>
                <a:cubicBezTo>
                  <a:pt x="8980" y="3371"/>
                  <a:pt x="8918" y="3264"/>
                  <a:pt x="8794" y="3211"/>
                </a:cubicBezTo>
                <a:cubicBezTo>
                  <a:pt x="8671" y="3158"/>
                  <a:pt x="8547" y="3158"/>
                  <a:pt x="8423" y="3238"/>
                </a:cubicBezTo>
                <a:cubicBezTo>
                  <a:pt x="8299" y="3291"/>
                  <a:pt x="8268" y="3424"/>
                  <a:pt x="8268" y="3530"/>
                </a:cubicBezTo>
                <a:cubicBezTo>
                  <a:pt x="8299" y="4220"/>
                  <a:pt x="7866" y="4352"/>
                  <a:pt x="7154" y="4538"/>
                </a:cubicBezTo>
                <a:cubicBezTo>
                  <a:pt x="7061" y="4565"/>
                  <a:pt x="6938" y="4591"/>
                  <a:pt x="6845" y="4618"/>
                </a:cubicBezTo>
                <a:cubicBezTo>
                  <a:pt x="6659" y="4246"/>
                  <a:pt x="6257" y="3954"/>
                  <a:pt x="5793" y="3848"/>
                </a:cubicBezTo>
                <a:cubicBezTo>
                  <a:pt x="5669" y="3822"/>
                  <a:pt x="5545" y="3848"/>
                  <a:pt x="5452" y="3928"/>
                </a:cubicBezTo>
                <a:cubicBezTo>
                  <a:pt x="5359" y="4007"/>
                  <a:pt x="5328" y="4114"/>
                  <a:pt x="5359" y="4246"/>
                </a:cubicBezTo>
                <a:cubicBezTo>
                  <a:pt x="5390" y="4352"/>
                  <a:pt x="5483" y="4432"/>
                  <a:pt x="5638" y="4458"/>
                </a:cubicBezTo>
                <a:cubicBezTo>
                  <a:pt x="5885" y="4512"/>
                  <a:pt x="6071" y="4671"/>
                  <a:pt x="6195" y="4857"/>
                </a:cubicBezTo>
                <a:lnTo>
                  <a:pt x="6195" y="4883"/>
                </a:lnTo>
                <a:cubicBezTo>
                  <a:pt x="5607" y="5095"/>
                  <a:pt x="5143" y="5493"/>
                  <a:pt x="4926" y="5998"/>
                </a:cubicBezTo>
                <a:cubicBezTo>
                  <a:pt x="4864" y="6104"/>
                  <a:pt x="4833" y="6236"/>
                  <a:pt x="4833" y="6369"/>
                </a:cubicBezTo>
                <a:cubicBezTo>
                  <a:pt x="4771" y="6316"/>
                  <a:pt x="4710" y="6263"/>
                  <a:pt x="4679" y="6183"/>
                </a:cubicBezTo>
                <a:cubicBezTo>
                  <a:pt x="4555" y="5971"/>
                  <a:pt x="4462" y="5706"/>
                  <a:pt x="4431" y="5467"/>
                </a:cubicBezTo>
                <a:cubicBezTo>
                  <a:pt x="4400" y="5361"/>
                  <a:pt x="4307" y="5255"/>
                  <a:pt x="4214" y="5228"/>
                </a:cubicBezTo>
                <a:cubicBezTo>
                  <a:pt x="4091" y="5175"/>
                  <a:pt x="3967" y="5201"/>
                  <a:pt x="3874" y="5281"/>
                </a:cubicBezTo>
                <a:cubicBezTo>
                  <a:pt x="3781" y="5361"/>
                  <a:pt x="3719" y="5467"/>
                  <a:pt x="3781" y="5573"/>
                </a:cubicBezTo>
                <a:cubicBezTo>
                  <a:pt x="3843" y="5891"/>
                  <a:pt x="3936" y="6183"/>
                  <a:pt x="4122" y="6449"/>
                </a:cubicBezTo>
                <a:cubicBezTo>
                  <a:pt x="4307" y="6714"/>
                  <a:pt x="4555" y="6926"/>
                  <a:pt x="4895" y="7059"/>
                </a:cubicBezTo>
                <a:cubicBezTo>
                  <a:pt x="4926" y="7430"/>
                  <a:pt x="5081" y="7802"/>
                  <a:pt x="5297" y="8147"/>
                </a:cubicBezTo>
                <a:cubicBezTo>
                  <a:pt x="5081" y="8386"/>
                  <a:pt x="4802" y="8572"/>
                  <a:pt x="4493" y="8731"/>
                </a:cubicBezTo>
                <a:cubicBezTo>
                  <a:pt x="4400" y="8784"/>
                  <a:pt x="4338" y="8890"/>
                  <a:pt x="4307" y="8996"/>
                </a:cubicBezTo>
                <a:cubicBezTo>
                  <a:pt x="4307" y="9102"/>
                  <a:pt x="4369" y="9208"/>
                  <a:pt x="4493" y="9261"/>
                </a:cubicBezTo>
                <a:cubicBezTo>
                  <a:pt x="4617" y="9315"/>
                  <a:pt x="4740" y="9315"/>
                  <a:pt x="4833" y="9235"/>
                </a:cubicBezTo>
                <a:cubicBezTo>
                  <a:pt x="5143" y="9049"/>
                  <a:pt x="5421" y="8863"/>
                  <a:pt x="5669" y="8625"/>
                </a:cubicBezTo>
                <a:cubicBezTo>
                  <a:pt x="5855" y="8757"/>
                  <a:pt x="6040" y="8863"/>
                  <a:pt x="6226" y="8970"/>
                </a:cubicBezTo>
                <a:cubicBezTo>
                  <a:pt x="6535" y="9129"/>
                  <a:pt x="6783" y="9315"/>
                  <a:pt x="7030" y="9553"/>
                </a:cubicBezTo>
                <a:cubicBezTo>
                  <a:pt x="7309" y="9845"/>
                  <a:pt x="7309" y="10402"/>
                  <a:pt x="7309" y="10880"/>
                </a:cubicBezTo>
                <a:lnTo>
                  <a:pt x="7309" y="12472"/>
                </a:lnTo>
                <a:lnTo>
                  <a:pt x="5885" y="12472"/>
                </a:lnTo>
                <a:cubicBezTo>
                  <a:pt x="5885" y="10509"/>
                  <a:pt x="4771" y="10402"/>
                  <a:pt x="4648" y="10349"/>
                </a:cubicBezTo>
                <a:cubicBezTo>
                  <a:pt x="4183" y="10243"/>
                  <a:pt x="2977" y="9686"/>
                  <a:pt x="2698" y="8572"/>
                </a:cubicBezTo>
                <a:cubicBezTo>
                  <a:pt x="2667" y="8518"/>
                  <a:pt x="2667" y="8439"/>
                  <a:pt x="2667" y="8386"/>
                </a:cubicBezTo>
                <a:cubicBezTo>
                  <a:pt x="2141" y="7749"/>
                  <a:pt x="2172" y="6873"/>
                  <a:pt x="2760" y="6263"/>
                </a:cubicBezTo>
                <a:cubicBezTo>
                  <a:pt x="2698" y="6077"/>
                  <a:pt x="2667" y="5891"/>
                  <a:pt x="2667" y="5706"/>
                </a:cubicBezTo>
                <a:cubicBezTo>
                  <a:pt x="2667" y="4857"/>
                  <a:pt x="3379" y="4114"/>
                  <a:pt x="4369" y="3954"/>
                </a:cubicBezTo>
                <a:cubicBezTo>
                  <a:pt x="4679" y="3211"/>
                  <a:pt x="5483" y="2707"/>
                  <a:pt x="6381" y="2734"/>
                </a:cubicBezTo>
                <a:cubicBezTo>
                  <a:pt x="6535" y="2734"/>
                  <a:pt x="6721" y="2760"/>
                  <a:pt x="6876" y="2787"/>
                </a:cubicBezTo>
                <a:cubicBezTo>
                  <a:pt x="7247" y="2415"/>
                  <a:pt x="7773" y="2203"/>
                  <a:pt x="8361" y="2150"/>
                </a:cubicBezTo>
                <a:cubicBezTo>
                  <a:pt x="8949" y="2123"/>
                  <a:pt x="9506" y="2283"/>
                  <a:pt x="9939" y="2628"/>
                </a:cubicBezTo>
                <a:cubicBezTo>
                  <a:pt x="10496" y="2309"/>
                  <a:pt x="11177" y="2229"/>
                  <a:pt x="11796" y="2389"/>
                </a:cubicBezTo>
                <a:cubicBezTo>
                  <a:pt x="12446" y="2548"/>
                  <a:pt x="12941" y="2972"/>
                  <a:pt x="13158" y="3503"/>
                </a:cubicBezTo>
                <a:lnTo>
                  <a:pt x="13281" y="3503"/>
                </a:lnTo>
                <a:cubicBezTo>
                  <a:pt x="14457" y="3503"/>
                  <a:pt x="15386" y="4299"/>
                  <a:pt x="15417" y="5308"/>
                </a:cubicBezTo>
                <a:lnTo>
                  <a:pt x="15417" y="5387"/>
                </a:lnTo>
                <a:cubicBezTo>
                  <a:pt x="16128" y="5732"/>
                  <a:pt x="16531" y="6396"/>
                  <a:pt x="16469" y="7086"/>
                </a:cubicBezTo>
                <a:cubicBezTo>
                  <a:pt x="16221" y="8014"/>
                  <a:pt x="15262" y="8731"/>
                  <a:pt x="14148" y="8704"/>
                </a:cubicBezTo>
                <a:close/>
                <a:moveTo>
                  <a:pt x="20739" y="11490"/>
                </a:moveTo>
                <a:lnTo>
                  <a:pt x="18604" y="8333"/>
                </a:lnTo>
                <a:lnTo>
                  <a:pt x="18604" y="8227"/>
                </a:lnTo>
                <a:cubicBezTo>
                  <a:pt x="18728" y="5308"/>
                  <a:pt x="16995" y="2574"/>
                  <a:pt x="14055" y="1115"/>
                </a:cubicBezTo>
                <a:cubicBezTo>
                  <a:pt x="11115" y="-371"/>
                  <a:pt x="7495" y="-371"/>
                  <a:pt x="4555" y="1115"/>
                </a:cubicBezTo>
                <a:cubicBezTo>
                  <a:pt x="1615" y="2574"/>
                  <a:pt x="-118" y="5308"/>
                  <a:pt x="6" y="8227"/>
                </a:cubicBezTo>
                <a:cubicBezTo>
                  <a:pt x="6" y="10721"/>
                  <a:pt x="1336" y="13083"/>
                  <a:pt x="3657" y="14595"/>
                </a:cubicBezTo>
                <a:lnTo>
                  <a:pt x="3657" y="21229"/>
                </a:lnTo>
                <a:lnTo>
                  <a:pt x="13436" y="21229"/>
                </a:lnTo>
                <a:lnTo>
                  <a:pt x="13436" y="18071"/>
                </a:lnTo>
                <a:lnTo>
                  <a:pt x="14953" y="18071"/>
                </a:lnTo>
                <a:cubicBezTo>
                  <a:pt x="15943" y="18071"/>
                  <a:pt x="16871" y="17753"/>
                  <a:pt x="17552" y="17143"/>
                </a:cubicBezTo>
                <a:cubicBezTo>
                  <a:pt x="18233" y="16559"/>
                  <a:pt x="18604" y="15736"/>
                  <a:pt x="18604" y="14914"/>
                </a:cubicBezTo>
                <a:lnTo>
                  <a:pt x="18604" y="13321"/>
                </a:lnTo>
                <a:lnTo>
                  <a:pt x="19966" y="13321"/>
                </a:lnTo>
                <a:cubicBezTo>
                  <a:pt x="20770" y="13268"/>
                  <a:pt x="21482" y="12472"/>
                  <a:pt x="20739" y="11490"/>
                </a:cubicBez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351928563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29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10" grpId="0" animBg="1" advAuto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785AA9-CF11-4CA5-B172-2CDBA9249B5E}"/>
              </a:ext>
            </a:extLst>
          </p:cNvPr>
          <p:cNvSpPr/>
          <p:nvPr/>
        </p:nvSpPr>
        <p:spPr>
          <a:xfrm>
            <a:off x="0" y="142858"/>
            <a:ext cx="9144000" cy="5143500"/>
          </a:xfrm>
          <a:prstGeom prst="rect">
            <a:avLst/>
          </a:prstGeom>
          <a:solidFill>
            <a:srgbClr val="FFFFFF">
              <a:alpha val="34118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>
              <a:defRPr/>
            </a:pPr>
            <a:r>
              <a:rPr lang="fr-FR" dirty="0">
                <a:solidFill>
                  <a:prstClr val="white"/>
                </a:solidFill>
                <a:latin typeface="Arial"/>
              </a:rPr>
              <a:t>j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E4CF31FB-F1A4-4EFE-B5B7-EDACE082F2FF}"/>
              </a:ext>
            </a:extLst>
          </p:cNvPr>
          <p:cNvSpPr/>
          <p:nvPr/>
        </p:nvSpPr>
        <p:spPr>
          <a:xfrm>
            <a:off x="179512" y="1707654"/>
            <a:ext cx="6429420" cy="1477325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285743" indent="-285743">
              <a:buFont typeface="Wingdings" panose="05000000000000000000" pitchFamily="2" charset="2"/>
              <a:buChar char="q"/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Comment concevoir une plateforme éducative en ligne </a:t>
            </a:r>
          </a:p>
          <a:p>
            <a:pPr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et sécurisée ?</a:t>
            </a:r>
          </a:p>
          <a:p>
            <a:pPr>
              <a:defRPr/>
            </a:pPr>
            <a:endParaRPr lang="fr-FR" dirty="0">
              <a:solidFill>
                <a:srgbClr val="85D8DE">
                  <a:lumMod val="50000"/>
                </a:srgbClr>
              </a:solidFill>
            </a:endParaRPr>
          </a:p>
          <a:p>
            <a:pPr marL="285743" indent="-285743">
              <a:buFont typeface="Wingdings" panose="05000000000000000000" pitchFamily="2" charset="2"/>
              <a:buChar char="q"/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Comment permettre aux étudiants d’accéder facilement </a:t>
            </a:r>
          </a:p>
          <a:p>
            <a:pPr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aux formations disponibles ?</a:t>
            </a:r>
            <a:endParaRPr lang="fr-FR" dirty="0">
              <a:solidFill>
                <a:srgbClr val="85D8DE">
                  <a:lumMod val="50000"/>
                </a:srgbClr>
              </a:solidFill>
              <a:latin typeface="Arial"/>
            </a:endParaRPr>
          </a:p>
        </p:txBody>
      </p:sp>
      <p:grpSp>
        <p:nvGrpSpPr>
          <p:cNvPr id="8" name="Group 7">
            <a:extLst>
              <a:ext uri="{FF2B5EF4-FFF2-40B4-BE49-F238E27FC236}">
                <a16:creationId xmlns:a16="http://schemas.microsoft.com/office/drawing/2014/main" id="{B6ABABA6-5E0F-48D8-B2D0-BDA12E322627}"/>
              </a:ext>
            </a:extLst>
          </p:cNvPr>
          <p:cNvGrpSpPr/>
          <p:nvPr/>
        </p:nvGrpSpPr>
        <p:grpSpPr>
          <a:xfrm>
            <a:off x="-76836" y="-32962"/>
            <a:ext cx="9297675" cy="603544"/>
            <a:chOff x="0" y="27613"/>
            <a:chExt cx="9297675" cy="603544"/>
          </a:xfrm>
        </p:grpSpPr>
        <p:sp>
          <p:nvSpPr>
            <p:cNvPr id="9" name="Rectangle: Rounded Corners 8">
              <a:extLst>
                <a:ext uri="{FF2B5EF4-FFF2-40B4-BE49-F238E27FC236}">
                  <a16:creationId xmlns:a16="http://schemas.microsoft.com/office/drawing/2014/main" id="{A847BA56-B2DC-41C5-BE59-0A4D965F3184}"/>
                </a:ext>
              </a:extLst>
            </p:cNvPr>
            <p:cNvSpPr/>
            <p:nvPr/>
          </p:nvSpPr>
          <p:spPr>
            <a:xfrm>
              <a:off x="0" y="27613"/>
              <a:ext cx="9297675" cy="603544"/>
            </a:xfrm>
            <a:prstGeom prst="roundRect">
              <a:avLst/>
            </a:prstGeom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12" name="Rectangle: Rounded Corners 4">
              <a:extLst>
                <a:ext uri="{FF2B5EF4-FFF2-40B4-BE49-F238E27FC236}">
                  <a16:creationId xmlns:a16="http://schemas.microsoft.com/office/drawing/2014/main" id="{2AAAAB58-72A3-4809-A7CF-E925E3CB3394}"/>
                </a:ext>
              </a:extLst>
            </p:cNvPr>
            <p:cNvSpPr txBox="1"/>
            <p:nvPr/>
          </p:nvSpPr>
          <p:spPr>
            <a:xfrm>
              <a:off x="29463" y="57076"/>
              <a:ext cx="9238749" cy="544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defTabSz="1111223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fr-FR" sz="2500" dirty="0">
                  <a:solidFill>
                    <a:sysClr val="window" lastClr="FFFFFF"/>
                  </a:solidFill>
                  <a:latin typeface="Arial"/>
                </a:rPr>
                <a:t>  Problématique</a:t>
              </a:r>
            </a:p>
          </p:txBody>
        </p:sp>
      </p:grpSp>
      <p:pic>
        <p:nvPicPr>
          <p:cNvPr id="16" name="Picture 15">
            <a:extLst>
              <a:ext uri="{FF2B5EF4-FFF2-40B4-BE49-F238E27FC236}">
                <a16:creationId xmlns:a16="http://schemas.microsoft.com/office/drawing/2014/main" id="{6773730A-1619-4B21-811F-8F9856AFF87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0760" y="142858"/>
            <a:ext cx="3592070" cy="5143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286997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50" presetClass="entr" presetSubtype="0" de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+.3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5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9C05F9"/>
              </a:gs>
              <a:gs pos="64135">
                <a:srgbClr val="D732F8"/>
              </a:gs>
              <a:gs pos="98899">
                <a:srgbClr val="DDA8FE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8508CA"/>
              </a:gs>
              <a:gs pos="64135">
                <a:srgbClr val="D732F8"/>
              </a:gs>
              <a:gs pos="98899">
                <a:srgbClr val="DDA8FE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57927" y="3443762"/>
            <a:ext cx="4881305" cy="1013947"/>
          </a:xfrm>
          <a:prstGeom prst="rect">
            <a:avLst/>
          </a:prstGeom>
          <a:gradFill>
            <a:gsLst>
              <a:gs pos="1890">
                <a:srgbClr val="D732F8"/>
              </a:gs>
              <a:gs pos="64135">
                <a:srgbClr val="9C05F9"/>
              </a:gs>
              <a:gs pos="98899">
                <a:srgbClr val="8508CA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 dirty="0"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473890" y="3727575"/>
            <a:ext cx="2714475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Solutions proposées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>
                <a:solidFill>
                  <a:srgbClr val="8508CA"/>
                </a:solidFill>
              </a:rPr>
              <a:t>03</a:t>
            </a:r>
            <a:endParaRPr dirty="0">
              <a:solidFill>
                <a:srgbClr val="8508CA"/>
              </a:solidFill>
            </a:endParaRPr>
          </a:p>
        </p:txBody>
      </p:sp>
      <p:pic>
        <p:nvPicPr>
          <p:cNvPr id="32" name="icon-pngs-9.jpg copy 4.png" descr="icon-pngs-9.jpg copy 4.png">
            <a:extLst>
              <a:ext uri="{FF2B5EF4-FFF2-40B4-BE49-F238E27FC236}">
                <a16:creationId xmlns:a16="http://schemas.microsoft.com/office/drawing/2014/main" id="{FC130A2D-AC9B-4D11-B68D-EDD0EE5A0896}"/>
              </a:ext>
            </a:extLst>
          </p:cNvPr>
          <p:cNvPicPr>
            <a:picLocks noChangeAspect="1"/>
          </p:cNvPicPr>
          <p:nvPr/>
        </p:nvPicPr>
        <p:blipFill>
          <a:blip r:embed="rId3" cstate="print"/>
          <a:srcRect t="1079" b="1078"/>
          <a:stretch>
            <a:fillRect/>
          </a:stretch>
        </p:blipFill>
        <p:spPr>
          <a:xfrm>
            <a:off x="4795503" y="3721552"/>
            <a:ext cx="456368" cy="456368"/>
          </a:xfrm>
          <a:prstGeom prst="rect">
            <a:avLst/>
          </a:prstGeom>
          <a:ln w="12700">
            <a:miter lim="400000"/>
          </a:ln>
        </p:spPr>
      </p:pic>
    </p:spTree>
    <p:extLst>
      <p:ext uri="{BB962C8B-B14F-4D97-AF65-F5344CB8AC3E}">
        <p14:creationId xmlns:p14="http://schemas.microsoft.com/office/powerpoint/2010/main" val="163474219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19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50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 advAuto="0"/>
      <p:bldP spid="29" grpId="0" animBg="1"/>
      <p:bldP spid="30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DF31C88-2916-4AC2-80BC-A83D7F612F98}"/>
              </a:ext>
            </a:extLst>
          </p:cNvPr>
          <p:cNvSpPr/>
          <p:nvPr/>
        </p:nvSpPr>
        <p:spPr>
          <a:xfrm>
            <a:off x="219515" y="1995361"/>
            <a:ext cx="5209741" cy="369330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>
              <a:defRPr/>
            </a:pPr>
            <a:endParaRPr lang="fr-FR" dirty="0">
              <a:solidFill>
                <a:srgbClr val="85D8DE">
                  <a:lumMod val="50000"/>
                </a:srgbClr>
              </a:solidFill>
              <a:latin typeface="Arial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3D718A18-1899-43CE-915D-D4AEADA6F6D5}"/>
              </a:ext>
            </a:extLst>
          </p:cNvPr>
          <p:cNvSpPr/>
          <p:nvPr/>
        </p:nvSpPr>
        <p:spPr>
          <a:xfrm>
            <a:off x="142844" y="3571882"/>
            <a:ext cx="7901550" cy="369332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285743" indent="-285743">
              <a:buFont typeface="Wingdings" panose="05000000000000000000" pitchFamily="2" charset="2"/>
              <a:buChar char="q"/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Garantir la sécurité des données </a:t>
            </a:r>
            <a:endParaRPr lang="fr-FR" dirty="0">
              <a:solidFill>
                <a:srgbClr val="85D8DE">
                  <a:lumMod val="50000"/>
                </a:srgbClr>
              </a:solidFill>
              <a:latin typeface="Arial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57926E29-9D98-4BEB-B73D-89F598EF4148}"/>
              </a:ext>
            </a:extLst>
          </p:cNvPr>
          <p:cNvSpPr txBox="1"/>
          <p:nvPr/>
        </p:nvSpPr>
        <p:spPr>
          <a:xfrm>
            <a:off x="213846" y="1536462"/>
            <a:ext cx="6374378" cy="646329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marL="285743" indent="-285743">
              <a:buFont typeface="Wingdings" panose="05000000000000000000" pitchFamily="2" charset="2"/>
              <a:buChar char="q"/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Proposer une variété de cours pour répondre aux besoins de tous les étudiants.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158CAA26-F749-4F86-A245-DB301133498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264" y="-50358"/>
            <a:ext cx="9324528" cy="653143"/>
          </a:xfrm>
          <a:prstGeom prst="rect">
            <a:avLst/>
          </a:prstGeom>
        </p:spPr>
      </p:pic>
      <p:pic>
        <p:nvPicPr>
          <p:cNvPr id="14" name="Picture 13" descr="A close up of a logo&#10;&#10;Description generated with very high confidence">
            <a:extLst>
              <a:ext uri="{FF2B5EF4-FFF2-40B4-BE49-F238E27FC236}">
                <a16:creationId xmlns:a16="http://schemas.microsoft.com/office/drawing/2014/main" id="{632016F3-6520-418E-BE5F-67A54F279C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5160" y="629516"/>
            <a:ext cx="2273954" cy="2243627"/>
          </a:xfrm>
          <a:prstGeom prst="rect">
            <a:avLst/>
          </a:prstGeom>
        </p:spPr>
      </p:pic>
      <p:sp>
        <p:nvSpPr>
          <p:cNvPr id="15" name="Rectangle 14">
            <a:extLst>
              <a:ext uri="{FF2B5EF4-FFF2-40B4-BE49-F238E27FC236}">
                <a16:creationId xmlns:a16="http://schemas.microsoft.com/office/drawing/2014/main" id="{BDF31C88-2916-4AC2-80BC-A83D7F612F98}"/>
              </a:ext>
            </a:extLst>
          </p:cNvPr>
          <p:cNvSpPr/>
          <p:nvPr/>
        </p:nvSpPr>
        <p:spPr>
          <a:xfrm>
            <a:off x="214282" y="2428874"/>
            <a:ext cx="6373942" cy="646329"/>
          </a:xfrm>
          <a:prstGeom prst="rect">
            <a:avLst/>
          </a:prstGeom>
        </p:spPr>
        <p:txBody>
          <a:bodyPr wrap="square" lIns="91438" tIns="45719" rIns="91438" bIns="45719">
            <a:spAutoFit/>
          </a:bodyPr>
          <a:lstStyle/>
          <a:p>
            <a:pPr marL="285743" indent="-285743">
              <a:buFont typeface="Wingdings" panose="05000000000000000000" pitchFamily="2" charset="2"/>
              <a:buChar char="q"/>
              <a:defRPr/>
            </a:pPr>
            <a:r>
              <a:rPr lang="fr-FR" dirty="0">
                <a:solidFill>
                  <a:srgbClr val="85D8DE">
                    <a:lumMod val="50000"/>
                  </a:srgbClr>
                </a:solidFill>
              </a:rPr>
              <a:t>Simplifier le processus de réservation  des cours pour les étudiants.</a:t>
            </a:r>
            <a:endParaRPr lang="fr-FR" dirty="0">
              <a:solidFill>
                <a:srgbClr val="85D8DE">
                  <a:lumMod val="50000"/>
                </a:srgb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64830229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1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2000"/>
                            </p:stCondLst>
                            <p:childTnLst>
                              <p:par>
                                <p:cTn id="17" presetID="42" presetClass="entr" presetSubtype="0" fill="hold" grpId="0" nodeType="after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3000"/>
                            </p:stCondLst>
                            <p:childTnLst>
                              <p:par>
                                <p:cTn id="23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10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4000"/>
                            </p:stCondLst>
                            <p:childTnLst>
                              <p:par>
                                <p:cTn id="29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3" grpId="0"/>
      <p:bldP spid="3" grpId="0"/>
      <p:bldP spid="1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00B050"/>
              </a:gs>
              <a:gs pos="64135">
                <a:srgbClr val="92D050"/>
              </a:gs>
              <a:gs pos="98899">
                <a:srgbClr val="FFFF0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00B050"/>
              </a:gs>
              <a:gs pos="64135">
                <a:srgbClr val="92D050"/>
              </a:gs>
              <a:gs pos="98899">
                <a:srgbClr val="FFFF0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57927" y="3443762"/>
            <a:ext cx="4881305" cy="1013947"/>
          </a:xfrm>
          <a:prstGeom prst="rect">
            <a:avLst/>
          </a:prstGeom>
          <a:gradFill>
            <a:gsLst>
              <a:gs pos="1890">
                <a:srgbClr val="FFFF00"/>
              </a:gs>
              <a:gs pos="67000">
                <a:srgbClr val="92D050"/>
              </a:gs>
              <a:gs pos="98899">
                <a:srgbClr val="00B05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 dirty="0"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327134" y="3727575"/>
            <a:ext cx="3585861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Analyse des besoins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noFill/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>
                <a:solidFill>
                  <a:srgbClr val="00B050"/>
                </a:solidFill>
              </a:rPr>
              <a:t>05</a:t>
            </a:r>
            <a:endParaRPr dirty="0">
              <a:solidFill>
                <a:srgbClr val="00B050"/>
              </a:solidFill>
            </a:endParaRPr>
          </a:p>
        </p:txBody>
      </p:sp>
      <p:pic>
        <p:nvPicPr>
          <p:cNvPr id="10" name="Image 4">
            <a:extLst>
              <a:ext uri="{FF2B5EF4-FFF2-40B4-BE49-F238E27FC236}">
                <a16:creationId xmlns:a16="http://schemas.microsoft.com/office/drawing/2014/main" id="{736DD532-2C73-4530-B426-2C966C0A13A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clrChange>
              <a:clrFrom>
                <a:srgbClr val="000000">
                  <a:alpha val="0"/>
                </a:srgbClr>
              </a:clrFrom>
              <a:clrTo>
                <a:srgbClr val="000000">
                  <a:alpha val="0"/>
                </a:srgbClr>
              </a:clrTo>
            </a:clrChange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8000"/>
                    </a14:imgEffect>
                    <a14:imgEffect>
                      <a14:colorTemperature colorTemp="2300"/>
                    </a14:imgEffect>
                    <a14:imgEffect>
                      <a14:saturation sat="0"/>
                    </a14:imgEffect>
                    <a14:imgEffect>
                      <a14:brightnessContrast bright="100000" contrast="2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5069" y="3735326"/>
            <a:ext cx="443964" cy="443965"/>
          </a:xfrm>
          <a:prstGeom prst="rect">
            <a:avLst/>
          </a:prstGeom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415867624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500"/>
                            </p:stCondLst>
                            <p:childTnLst>
                              <p:par>
                                <p:cTn id="15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/>
      <p:bldP spid="29" grpId="0" animBg="1"/>
      <p:bldP spid="30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Text Placeholder 1">
            <a:extLst>
              <a:ext uri="{FF2B5EF4-FFF2-40B4-BE49-F238E27FC236}">
                <a16:creationId xmlns:a16="http://schemas.microsoft.com/office/drawing/2014/main" id="{1BCD43AE-1C2F-41AC-8EA6-EE1B9ECD53D7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-18679" y="543804"/>
            <a:ext cx="3519109" cy="527748"/>
          </a:xfrm>
        </p:spPr>
        <p:txBody>
          <a:bodyPr/>
          <a:lstStyle/>
          <a:p>
            <a:r>
              <a:rPr lang="en-US" altLang="ko-KR" sz="2000" b="1" dirty="0"/>
              <a:t>Les besoins fonctionnelles</a:t>
            </a:r>
            <a:endParaRPr lang="ko-KR" altLang="en-US" sz="2000" b="1" dirty="0"/>
          </a:p>
        </p:txBody>
      </p:sp>
      <p:pic>
        <p:nvPicPr>
          <p:cNvPr id="57" name="Picture 56">
            <a:extLst>
              <a:ext uri="{FF2B5EF4-FFF2-40B4-BE49-F238E27FC236}">
                <a16:creationId xmlns:a16="http://schemas.microsoft.com/office/drawing/2014/main" id="{0700A9BC-3806-461A-896C-8469BC49F0C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90264" y="-58615"/>
            <a:ext cx="9324528" cy="653143"/>
          </a:xfrm>
          <a:prstGeom prst="rect">
            <a:avLst/>
          </a:prstGeom>
        </p:spPr>
      </p:pic>
      <p:sp>
        <p:nvSpPr>
          <p:cNvPr id="16" name="Ellipse 15">
            <a:extLst>
              <a:ext uri="{FF2B5EF4-FFF2-40B4-BE49-F238E27FC236}">
                <a16:creationId xmlns:a16="http://schemas.microsoft.com/office/drawing/2014/main" id="{9AFAF4F1-3FC2-4510-90ED-88D512F2DFAB}"/>
              </a:ext>
            </a:extLst>
          </p:cNvPr>
          <p:cNvSpPr/>
          <p:nvPr/>
        </p:nvSpPr>
        <p:spPr>
          <a:xfrm>
            <a:off x="2771800" y="2427735"/>
            <a:ext cx="3384376" cy="1800200"/>
          </a:xfrm>
          <a:prstGeom prst="ellipse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</a:t>
            </a:r>
          </a:p>
          <a:p>
            <a:pPr algn="ctr"/>
            <a:r>
              <a:rPr lang="fr-FR" sz="24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administrateurs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Ajouter admin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Modifier admin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Supprimer admin </a:t>
            </a:r>
          </a:p>
        </p:txBody>
      </p:sp>
      <p:sp>
        <p:nvSpPr>
          <p:cNvPr id="17" name="Ellipse 16">
            <a:extLst>
              <a:ext uri="{FF2B5EF4-FFF2-40B4-BE49-F238E27FC236}">
                <a16:creationId xmlns:a16="http://schemas.microsoft.com/office/drawing/2014/main" id="{40954E59-26AF-423D-B3A0-F5865150A64F}"/>
              </a:ext>
            </a:extLst>
          </p:cNvPr>
          <p:cNvSpPr/>
          <p:nvPr/>
        </p:nvSpPr>
        <p:spPr>
          <a:xfrm>
            <a:off x="5628996" y="1203598"/>
            <a:ext cx="3359418" cy="1872208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fr-FR" sz="2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Gestion des </a:t>
            </a:r>
          </a:p>
          <a:p>
            <a:pPr algn="ctr"/>
            <a:r>
              <a:rPr lang="fr-FR" sz="2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étudiants</a:t>
            </a:r>
          </a:p>
          <a:p>
            <a:pPr algn="ctr"/>
            <a:r>
              <a:rPr lang="fr-TN" dirty="0"/>
              <a:t>✅ </a:t>
            </a:r>
            <a:r>
              <a:rPr lang="fr-FR" dirty="0"/>
              <a:t>Inscription</a:t>
            </a:r>
          </a:p>
          <a:p>
            <a:pPr algn="ctr"/>
            <a:r>
              <a:rPr lang="fr-TN" dirty="0"/>
              <a:t>✅ 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Modifier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TN" dirty="0"/>
              <a:t>✅ </a:t>
            </a: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Supprimer </a:t>
            </a:r>
            <a:r>
              <a:rPr lang="fr-FR" dirty="0" err="1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etudiant</a:t>
            </a:r>
            <a:endParaRPr lang="fr-FR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Ellipse 17">
            <a:extLst>
              <a:ext uri="{FF2B5EF4-FFF2-40B4-BE49-F238E27FC236}">
                <a16:creationId xmlns:a16="http://schemas.microsoft.com/office/drawing/2014/main" id="{637FE16C-7D8E-429D-94C4-A021C7EC2B4C}"/>
              </a:ext>
            </a:extLst>
          </p:cNvPr>
          <p:cNvSpPr/>
          <p:nvPr/>
        </p:nvSpPr>
        <p:spPr>
          <a:xfrm>
            <a:off x="107504" y="1203599"/>
            <a:ext cx="2864264" cy="1800200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sz="2400" dirty="0">
              <a:ln w="0"/>
              <a:solidFill>
                <a:schemeClr val="accent1">
                  <a:lumMod val="60000"/>
                  <a:lumOff val="40000"/>
                </a:schemeClr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fr-FR" sz="2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Gestion des </a:t>
            </a:r>
          </a:p>
          <a:p>
            <a:pPr algn="ctr"/>
            <a:r>
              <a:rPr lang="fr-FR" sz="2400" dirty="0">
                <a:ln w="0"/>
                <a:solidFill>
                  <a:schemeClr val="accent1">
                    <a:lumMod val="60000"/>
                    <a:lumOff val="40000"/>
                  </a:schemeClr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Cours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dirty="0">
                <a:ln w="0"/>
                <a:solidFill>
                  <a:schemeClr val="tx1"/>
                </a:solidFill>
                <a:effectLst>
                  <a:outerShdw blurRad="38100" dist="25400" dir="5400000" algn="ctr" rotWithShape="0">
                    <a:srgbClr val="6E747A">
                      <a:alpha val="43000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Ajouter Cour</a:t>
            </a:r>
          </a:p>
          <a:p>
            <a:pPr algn="ctr"/>
            <a:endParaRPr lang="fr-FR" dirty="0">
              <a:ln w="0"/>
              <a:solidFill>
                <a:schemeClr val="tx1"/>
              </a:solidFill>
              <a:effectLst>
                <a:outerShdw blurRad="38100" dist="25400" dir="5400000" algn="ctr" rotWithShape="0">
                  <a:srgbClr val="6E747A">
                    <a:alpha val="43000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Ellipse 18">
            <a:extLst>
              <a:ext uri="{FF2B5EF4-FFF2-40B4-BE49-F238E27FC236}">
                <a16:creationId xmlns:a16="http://schemas.microsoft.com/office/drawing/2014/main" id="{102634AC-1AFE-411D-AD6E-F4C82686D3C0}"/>
              </a:ext>
            </a:extLst>
          </p:cNvPr>
          <p:cNvSpPr/>
          <p:nvPr/>
        </p:nvSpPr>
        <p:spPr>
          <a:xfrm>
            <a:off x="-60438" y="3548394"/>
            <a:ext cx="3384376" cy="1623176"/>
          </a:xfrm>
          <a:prstGeom prst="ellipse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endParaRPr lang="fr-FR" dirty="0"/>
          </a:p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Gestion des</a:t>
            </a:r>
          </a:p>
          <a:p>
            <a:pPr algn="ctr"/>
            <a:r>
              <a:rPr lang="fr-FR" sz="2000" b="1" dirty="0">
                <a:solidFill>
                  <a:schemeClr val="accent1">
                    <a:lumMod val="60000"/>
                    <a:lumOff val="4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Contact</a:t>
            </a:r>
            <a:endParaRPr lang="fr-FR" sz="2000" dirty="0">
              <a:solidFill>
                <a:schemeClr val="accent1">
                  <a:lumMod val="60000"/>
                  <a:lumOff val="4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Ajouter contact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r>
              <a:rPr lang="fr-FR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Supprimer contact</a:t>
            </a:r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  <a:p>
            <a:pPr marL="285750" indent="-285750" algn="ctr">
              <a:buFont typeface="Wingdings" panose="05000000000000000000" pitchFamily="2" charset="2"/>
              <a:buChar char="v"/>
            </a:pPr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4189945613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6" grpId="0" build="p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E557BF-F222-4CFC-B5FF-06E3B7F7148C}"/>
              </a:ext>
            </a:extLst>
          </p:cNvPr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>
              <a:alpha val="36078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rtlCol="0" anchor="ctr"/>
          <a:lstStyle/>
          <a:p>
            <a:pPr algn="ctr">
              <a:defRPr/>
            </a:pPr>
            <a:endParaRPr lang="fr-FR" dirty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E5A458-C30A-494F-95FF-23959822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264" y="-66987"/>
            <a:ext cx="9324528" cy="653143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5D07D498-D956-4CC4-9874-59A57F988DF8}"/>
              </a:ext>
            </a:extLst>
          </p:cNvPr>
          <p:cNvGrpSpPr/>
          <p:nvPr/>
        </p:nvGrpSpPr>
        <p:grpSpPr>
          <a:xfrm>
            <a:off x="471852" y="630829"/>
            <a:ext cx="8492635" cy="4261862"/>
            <a:chOff x="4737090" y="1268760"/>
            <a:chExt cx="4846765" cy="4261862"/>
          </a:xfrm>
        </p:grpSpPr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0D014247-EDC0-46FC-8D7E-ECB787B0963D}"/>
                </a:ext>
              </a:extLst>
            </p:cNvPr>
            <p:cNvSpPr/>
            <p:nvPr/>
          </p:nvSpPr>
          <p:spPr>
            <a:xfrm>
              <a:off x="6043225" y="2924944"/>
              <a:ext cx="1584176" cy="1584176"/>
            </a:xfrm>
            <a:prstGeom prst="ellipse">
              <a:avLst/>
            </a:prstGeom>
            <a:solidFill>
              <a:schemeClr val="accent1"/>
            </a:solidFill>
            <a:ln>
              <a:noFill/>
            </a:ln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27" name="Oval 26">
              <a:extLst>
                <a:ext uri="{FF2B5EF4-FFF2-40B4-BE49-F238E27FC236}">
                  <a16:creationId xmlns:a16="http://schemas.microsoft.com/office/drawing/2014/main" id="{FDA34E80-F72C-40CB-A64C-1AD345B8B49B}"/>
                </a:ext>
              </a:extLst>
            </p:cNvPr>
            <p:cNvSpPr/>
            <p:nvPr/>
          </p:nvSpPr>
          <p:spPr>
            <a:xfrm>
              <a:off x="8079599" y="1268760"/>
              <a:ext cx="1504256" cy="1304528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b="1" dirty="0"/>
                <a:t> </a:t>
              </a:r>
              <a:r>
                <a:rPr lang="en-US" b="1" dirty="0" err="1"/>
                <a:t>Convivialité</a:t>
              </a:r>
              <a:endParaRPr lang="en-US" b="1" dirty="0"/>
            </a:p>
          </p:txBody>
        </p: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3E7FC76C-A52D-4A82-AEFB-1BF407AB23C9}"/>
                </a:ext>
              </a:extLst>
            </p:cNvPr>
            <p:cNvSpPr/>
            <p:nvPr/>
          </p:nvSpPr>
          <p:spPr>
            <a:xfrm>
              <a:off x="7990958" y="4263521"/>
              <a:ext cx="1016496" cy="1016496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400" b="1" dirty="0" err="1"/>
                <a:t>Sécurité</a:t>
              </a:r>
              <a:endParaRPr lang="en-US" sz="1400" b="1" dirty="0"/>
            </a:p>
          </p:txBody>
        </p:sp>
        <p:sp>
          <p:nvSpPr>
            <p:cNvPr id="30" name="Oval 29">
              <a:extLst>
                <a:ext uri="{FF2B5EF4-FFF2-40B4-BE49-F238E27FC236}">
                  <a16:creationId xmlns:a16="http://schemas.microsoft.com/office/drawing/2014/main" id="{770AA1FA-EF85-4CDC-BCFB-47F796D1857F}"/>
                </a:ext>
              </a:extLst>
            </p:cNvPr>
            <p:cNvSpPr/>
            <p:nvPr/>
          </p:nvSpPr>
          <p:spPr>
            <a:xfrm>
              <a:off x="4737090" y="4442118"/>
              <a:ext cx="1157638" cy="1088504"/>
            </a:xfrm>
            <a:prstGeom prst="ellipse">
              <a:avLst/>
            </a:prstGeom>
            <a:solidFill>
              <a:schemeClr val="bg1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sz="1500" b="1" dirty="0" err="1"/>
                <a:t>fiabilité</a:t>
              </a:r>
              <a:r>
                <a:rPr lang="en-US" sz="1500" b="1" dirty="0"/>
                <a:t> </a:t>
              </a:r>
            </a:p>
          </p:txBody>
        </p:sp>
        <p:cxnSp>
          <p:nvCxnSpPr>
            <p:cNvPr id="31" name="Straight Connector 30">
              <a:extLst>
                <a:ext uri="{FF2B5EF4-FFF2-40B4-BE49-F238E27FC236}">
                  <a16:creationId xmlns:a16="http://schemas.microsoft.com/office/drawing/2014/main" id="{8A635D74-002A-4601-863C-6F5CCDF5D2F7}"/>
                </a:ext>
              </a:extLst>
            </p:cNvPr>
            <p:cNvCxnSpPr>
              <a:cxnSpLocks/>
              <a:stCxn id="30" idx="7"/>
            </p:cNvCxnSpPr>
            <p:nvPr/>
          </p:nvCxnSpPr>
          <p:spPr>
            <a:xfrm rot="5400000" flipH="1" flipV="1">
              <a:off x="5717436" y="4143174"/>
              <a:ext cx="466112" cy="45059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2" name="Straight Connector 31">
              <a:extLst>
                <a:ext uri="{FF2B5EF4-FFF2-40B4-BE49-F238E27FC236}">
                  <a16:creationId xmlns:a16="http://schemas.microsoft.com/office/drawing/2014/main" id="{CE7FA269-E93D-4B57-91C4-C8B101628ED7}"/>
                </a:ext>
              </a:extLst>
            </p:cNvPr>
            <p:cNvCxnSpPr>
              <a:cxnSpLocks/>
              <a:stCxn id="26" idx="7"/>
              <a:endCxn id="27" idx="3"/>
            </p:cNvCxnSpPr>
            <p:nvPr/>
          </p:nvCxnSpPr>
          <p:spPr>
            <a:xfrm flipV="1">
              <a:off x="7395404" y="2382244"/>
              <a:ext cx="904489" cy="774697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>
              <a:extLst>
                <a:ext uri="{FF2B5EF4-FFF2-40B4-BE49-F238E27FC236}">
                  <a16:creationId xmlns:a16="http://schemas.microsoft.com/office/drawing/2014/main" id="{C470864E-5388-4481-AF6D-14D3C162C032}"/>
                </a:ext>
              </a:extLst>
            </p:cNvPr>
            <p:cNvCxnSpPr>
              <a:cxnSpLocks/>
              <a:endCxn id="28" idx="1"/>
            </p:cNvCxnSpPr>
            <p:nvPr/>
          </p:nvCxnSpPr>
          <p:spPr>
            <a:xfrm>
              <a:off x="7527849" y="4012411"/>
              <a:ext cx="611971" cy="399972"/>
            </a:xfrm>
            <a:prstGeom prst="line">
              <a:avLst/>
            </a:prstGeom>
            <a:ln w="15875">
              <a:solidFill>
                <a:schemeClr val="tx1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Oval 33">
              <a:extLst>
                <a:ext uri="{FF2B5EF4-FFF2-40B4-BE49-F238E27FC236}">
                  <a16:creationId xmlns:a16="http://schemas.microsoft.com/office/drawing/2014/main" id="{97AB3484-197C-47AA-9843-8129C27B04A8}"/>
                </a:ext>
              </a:extLst>
            </p:cNvPr>
            <p:cNvSpPr/>
            <p:nvPr/>
          </p:nvSpPr>
          <p:spPr>
            <a:xfrm>
              <a:off x="6876256" y="4884692"/>
              <a:ext cx="360040" cy="36004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35" name="Oval 34">
              <a:extLst>
                <a:ext uri="{FF2B5EF4-FFF2-40B4-BE49-F238E27FC236}">
                  <a16:creationId xmlns:a16="http://schemas.microsoft.com/office/drawing/2014/main" id="{06AF982C-E7D9-40E4-9351-6D008E504960}"/>
                </a:ext>
              </a:extLst>
            </p:cNvPr>
            <p:cNvSpPr/>
            <p:nvPr/>
          </p:nvSpPr>
          <p:spPr>
            <a:xfrm>
              <a:off x="7814248" y="3017813"/>
              <a:ext cx="265351" cy="265351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36" name="Oval 35">
              <a:extLst>
                <a:ext uri="{FF2B5EF4-FFF2-40B4-BE49-F238E27FC236}">
                  <a16:creationId xmlns:a16="http://schemas.microsoft.com/office/drawing/2014/main" id="{00D010B6-AEBD-4491-9003-197A37C8FB69}"/>
                </a:ext>
              </a:extLst>
            </p:cNvPr>
            <p:cNvSpPr/>
            <p:nvPr/>
          </p:nvSpPr>
          <p:spPr>
            <a:xfrm>
              <a:off x="6300193" y="2437170"/>
              <a:ext cx="136118" cy="13611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37" name="Oval 36">
              <a:extLst>
                <a:ext uri="{FF2B5EF4-FFF2-40B4-BE49-F238E27FC236}">
                  <a16:creationId xmlns:a16="http://schemas.microsoft.com/office/drawing/2014/main" id="{095A21AC-F79B-44F3-A022-CEFFF7A974BB}"/>
                </a:ext>
              </a:extLst>
            </p:cNvPr>
            <p:cNvSpPr/>
            <p:nvPr/>
          </p:nvSpPr>
          <p:spPr>
            <a:xfrm>
              <a:off x="5540138" y="3686936"/>
              <a:ext cx="223439" cy="223439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38" name="Rectangle 37">
              <a:extLst>
                <a:ext uri="{FF2B5EF4-FFF2-40B4-BE49-F238E27FC236}">
                  <a16:creationId xmlns:a16="http://schemas.microsoft.com/office/drawing/2014/main" id="{23B1605D-1F49-4B17-B3B3-0243A23B1EC8}"/>
                </a:ext>
              </a:extLst>
            </p:cNvPr>
            <p:cNvSpPr/>
            <p:nvPr/>
          </p:nvSpPr>
          <p:spPr>
            <a:xfrm>
              <a:off x="5981208" y="3388945"/>
              <a:ext cx="1641996" cy="646331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algn="ctr"/>
              <a:r>
                <a:rPr lang="en-US" altLang="ko-KR" b="1" dirty="0">
                  <a:solidFill>
                    <a:schemeClr val="bg1"/>
                  </a:solidFill>
                </a:rPr>
                <a:t>Besoins non fonctionnels</a:t>
              </a:r>
              <a:endParaRPr lang="ko-KR" altLang="en-US" b="1" dirty="0">
                <a:solidFill>
                  <a:schemeClr val="bg1"/>
                </a:solidFill>
              </a:endParaRPr>
            </a:p>
          </p:txBody>
        </p:sp>
        <p:sp>
          <p:nvSpPr>
            <p:cNvPr id="39" name="Oval 39">
              <a:extLst>
                <a:ext uri="{FF2B5EF4-FFF2-40B4-BE49-F238E27FC236}">
                  <a16:creationId xmlns:a16="http://schemas.microsoft.com/office/drawing/2014/main" id="{8D1DB0F3-498E-4294-8F91-E9131B100BA0}"/>
                </a:ext>
              </a:extLst>
            </p:cNvPr>
            <p:cNvSpPr/>
            <p:nvPr/>
          </p:nvSpPr>
          <p:spPr>
            <a:xfrm>
              <a:off x="8985167" y="3910162"/>
              <a:ext cx="360040" cy="360040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40" name="Oval 42">
              <a:extLst>
                <a:ext uri="{FF2B5EF4-FFF2-40B4-BE49-F238E27FC236}">
                  <a16:creationId xmlns:a16="http://schemas.microsoft.com/office/drawing/2014/main" id="{0BFDB180-31C2-490B-B8DB-5AA310C1AADB}"/>
                </a:ext>
              </a:extLst>
            </p:cNvPr>
            <p:cNvSpPr/>
            <p:nvPr/>
          </p:nvSpPr>
          <p:spPr>
            <a:xfrm>
              <a:off x="6975445" y="2662065"/>
              <a:ext cx="223439" cy="223439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  <p:sp>
          <p:nvSpPr>
            <p:cNvPr id="41" name="Oval 41">
              <a:extLst>
                <a:ext uri="{FF2B5EF4-FFF2-40B4-BE49-F238E27FC236}">
                  <a16:creationId xmlns:a16="http://schemas.microsoft.com/office/drawing/2014/main" id="{E5B937E3-1ABF-4D45-9A2B-DB97505676A2}"/>
                </a:ext>
              </a:extLst>
            </p:cNvPr>
            <p:cNvSpPr/>
            <p:nvPr/>
          </p:nvSpPr>
          <p:spPr>
            <a:xfrm>
              <a:off x="6094196" y="4439335"/>
              <a:ext cx="136118" cy="136118"/>
            </a:xfrm>
            <a:prstGeom prst="ellipse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 sz="2700" dirty="0"/>
            </a:p>
          </p:txBody>
        </p:sp>
      </p:grpSp>
    </p:spTree>
    <p:extLst>
      <p:ext uri="{BB962C8B-B14F-4D97-AF65-F5344CB8AC3E}">
        <p14:creationId xmlns:p14="http://schemas.microsoft.com/office/powerpoint/2010/main" val="2039829011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4DE557BF-F222-4CFC-B5FF-06E3B7F7148C}"/>
              </a:ext>
            </a:extLst>
          </p:cNvPr>
          <p:cNvSpPr/>
          <p:nvPr/>
        </p:nvSpPr>
        <p:spPr>
          <a:xfrm>
            <a:off x="-26695" y="532848"/>
            <a:ext cx="9144000" cy="5143500"/>
          </a:xfrm>
          <a:prstGeom prst="rect">
            <a:avLst/>
          </a:prstGeom>
          <a:solidFill>
            <a:srgbClr val="FFFFFF">
              <a:alpha val="36078"/>
            </a:srgbClr>
          </a:solidFill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lIns="91438" tIns="45719" rIns="91438" bIns="45719" rtlCol="0" anchor="ctr"/>
          <a:lstStyle/>
          <a:p>
            <a:pPr algn="ctr">
              <a:defRPr/>
            </a:pPr>
            <a:endParaRPr lang="fr-FR" dirty="0">
              <a:solidFill>
                <a:prstClr val="black"/>
              </a:solidFill>
              <a:latin typeface="Arial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C0E5A458-C30A-494F-95FF-23959822C9A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90264" y="-66987"/>
            <a:ext cx="9324528" cy="653143"/>
          </a:xfrm>
          <a:prstGeom prst="rect">
            <a:avLst/>
          </a:prstGeom>
        </p:spPr>
      </p:pic>
      <p:sp>
        <p:nvSpPr>
          <p:cNvPr id="17" name="Text Placeholder 1">
            <a:extLst>
              <a:ext uri="{FF2B5EF4-FFF2-40B4-BE49-F238E27FC236}">
                <a16:creationId xmlns:a16="http://schemas.microsoft.com/office/drawing/2014/main" id="{624DD799-EBA5-4B2F-8C59-D1AE5FD9AE83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26695" y="540525"/>
            <a:ext cx="3384405" cy="576064"/>
          </a:xfrm>
        </p:spPr>
        <p:txBody>
          <a:bodyPr/>
          <a:lstStyle/>
          <a:p>
            <a:r>
              <a:rPr lang="en-US" altLang="ko-KR" sz="2000" b="1" dirty="0">
                <a:solidFill>
                  <a:schemeClr val="accent1">
                    <a:lumMod val="50000"/>
                  </a:schemeClr>
                </a:solidFill>
              </a:rPr>
              <a:t>Technologie de travail:</a:t>
            </a:r>
            <a:endParaRPr lang="ko-KR" altLang="en-US" sz="2000" b="1" dirty="0">
              <a:solidFill>
                <a:schemeClr val="accent1">
                  <a:lumMod val="50000"/>
                </a:schemeClr>
              </a:solidFill>
            </a:endParaRP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5C840D1D-94B0-4A61-B10B-F676E7514CDD}"/>
              </a:ext>
            </a:extLst>
          </p:cNvPr>
          <p:cNvCxnSpPr/>
          <p:nvPr/>
        </p:nvCxnSpPr>
        <p:spPr>
          <a:xfrm>
            <a:off x="0" y="2862620"/>
            <a:ext cx="9144000" cy="769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Oval 9">
            <a:extLst>
              <a:ext uri="{FF2B5EF4-FFF2-40B4-BE49-F238E27FC236}">
                <a16:creationId xmlns:a16="http://schemas.microsoft.com/office/drawing/2014/main" id="{34AED2BF-F1FA-43AD-81BA-4CE75777AF1B}"/>
              </a:ext>
            </a:extLst>
          </p:cNvPr>
          <p:cNvSpPr/>
          <p:nvPr/>
        </p:nvSpPr>
        <p:spPr>
          <a:xfrm>
            <a:off x="1578964" y="2502578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15CD03FB-6F4B-43A1-B368-5AFAA30B5279}"/>
              </a:ext>
            </a:extLst>
          </p:cNvPr>
          <p:cNvSpPr/>
          <p:nvPr/>
        </p:nvSpPr>
        <p:spPr>
          <a:xfrm>
            <a:off x="3177478" y="2502578"/>
            <a:ext cx="720080" cy="720080"/>
          </a:xfrm>
          <a:prstGeom prst="ellipse">
            <a:avLst/>
          </a:prstGeom>
          <a:solidFill>
            <a:schemeClr val="accent4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 dirty="0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2B66AD6-7249-454B-8914-572A5C31D177}"/>
              </a:ext>
            </a:extLst>
          </p:cNvPr>
          <p:cNvSpPr/>
          <p:nvPr/>
        </p:nvSpPr>
        <p:spPr>
          <a:xfrm>
            <a:off x="4775992" y="2502578"/>
            <a:ext cx="720080" cy="720080"/>
          </a:xfrm>
          <a:prstGeom prst="ellipse">
            <a:avLst/>
          </a:prstGeom>
          <a:solidFill>
            <a:schemeClr val="accent3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C9BB4EEA-ED10-4A8A-86A7-348BB93EE180}"/>
              </a:ext>
            </a:extLst>
          </p:cNvPr>
          <p:cNvSpPr/>
          <p:nvPr/>
        </p:nvSpPr>
        <p:spPr>
          <a:xfrm>
            <a:off x="6357950" y="2502578"/>
            <a:ext cx="736634" cy="720080"/>
          </a:xfrm>
          <a:prstGeom prst="ellipse">
            <a:avLst/>
          </a:prstGeom>
          <a:solidFill>
            <a:schemeClr val="accent2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9" name="Oval 9">
            <a:extLst>
              <a:ext uri="{FF2B5EF4-FFF2-40B4-BE49-F238E27FC236}">
                <a16:creationId xmlns:a16="http://schemas.microsoft.com/office/drawing/2014/main" id="{34AED2BF-F1FA-43AD-81BA-4CE75777AF1B}"/>
              </a:ext>
            </a:extLst>
          </p:cNvPr>
          <p:cNvSpPr/>
          <p:nvPr/>
        </p:nvSpPr>
        <p:spPr>
          <a:xfrm>
            <a:off x="7929586" y="2571750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30" name="Oval 9">
            <a:extLst>
              <a:ext uri="{FF2B5EF4-FFF2-40B4-BE49-F238E27FC236}">
                <a16:creationId xmlns:a16="http://schemas.microsoft.com/office/drawing/2014/main" id="{34AED2BF-F1FA-43AD-81BA-4CE75777AF1B}"/>
              </a:ext>
            </a:extLst>
          </p:cNvPr>
          <p:cNvSpPr/>
          <p:nvPr/>
        </p:nvSpPr>
        <p:spPr>
          <a:xfrm>
            <a:off x="285720" y="2500312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1029" name="Picture 5" descr="C:\Users\dot\Desktop\telecharger\html (1).pn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317488" y="2510052"/>
            <a:ext cx="720080" cy="7200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032" name="Picture 8" descr="C:\Users\dot\Desktop\css (1).png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3190823" y="2516261"/>
            <a:ext cx="720079" cy="720080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3" name="Image 2">
            <a:extLst>
              <a:ext uri="{FF2B5EF4-FFF2-40B4-BE49-F238E27FC236}">
                <a16:creationId xmlns:a16="http://schemas.microsoft.com/office/drawing/2014/main" id="{0DFDC04A-D5E2-422F-83A5-B09DADA19DB4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66040" y="2493094"/>
            <a:ext cx="967037" cy="711938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6" name="Image 5">
            <a:extLst>
              <a:ext uri="{FF2B5EF4-FFF2-40B4-BE49-F238E27FC236}">
                <a16:creationId xmlns:a16="http://schemas.microsoft.com/office/drawing/2014/main" id="{DF798606-C5CF-405E-9145-32F7B24DA605}"/>
              </a:ext>
            </a:extLst>
          </p:cNvPr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6265" y="2428059"/>
            <a:ext cx="837220" cy="776973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8" name="Image 7">
            <a:extLst>
              <a:ext uri="{FF2B5EF4-FFF2-40B4-BE49-F238E27FC236}">
                <a16:creationId xmlns:a16="http://schemas.microsoft.com/office/drawing/2014/main" id="{3E49921E-FC33-4050-AAC3-24C4930E39BB}"/>
              </a:ext>
            </a:extLst>
          </p:cNvPr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288172" y="2536376"/>
            <a:ext cx="826904" cy="6748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16" name="Image 15">
            <a:extLst>
              <a:ext uri="{FF2B5EF4-FFF2-40B4-BE49-F238E27FC236}">
                <a16:creationId xmlns:a16="http://schemas.microsoft.com/office/drawing/2014/main" id="{2BE99BBF-2518-40DF-85FA-2B240450AFC7}"/>
              </a:ext>
            </a:extLst>
          </p:cNvPr>
          <p:cNvPicPr>
            <a:picLocks noChangeAspect="1"/>
          </p:cNvPicPr>
          <p:nvPr/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876673" y="2596042"/>
            <a:ext cx="863257" cy="67486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cxnSp>
        <p:nvCxnSpPr>
          <p:cNvPr id="25" name="Straight Connector 8">
            <a:extLst>
              <a:ext uri="{FF2B5EF4-FFF2-40B4-BE49-F238E27FC236}">
                <a16:creationId xmlns:a16="http://schemas.microsoft.com/office/drawing/2014/main" id="{36D4B37A-0540-410B-929C-65D9D378DE95}"/>
              </a:ext>
            </a:extLst>
          </p:cNvPr>
          <p:cNvCxnSpPr/>
          <p:nvPr/>
        </p:nvCxnSpPr>
        <p:spPr>
          <a:xfrm>
            <a:off x="102188" y="4011910"/>
            <a:ext cx="9144000" cy="769"/>
          </a:xfrm>
          <a:prstGeom prst="line">
            <a:avLst/>
          </a:prstGeom>
          <a:ln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Oval 9">
            <a:extLst>
              <a:ext uri="{FF2B5EF4-FFF2-40B4-BE49-F238E27FC236}">
                <a16:creationId xmlns:a16="http://schemas.microsoft.com/office/drawing/2014/main" id="{3B08AEB1-3F24-49AF-A6A9-A14B041307BF}"/>
              </a:ext>
            </a:extLst>
          </p:cNvPr>
          <p:cNvSpPr/>
          <p:nvPr/>
        </p:nvSpPr>
        <p:spPr>
          <a:xfrm>
            <a:off x="467544" y="3651870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7" name="Oval 9">
            <a:extLst>
              <a:ext uri="{FF2B5EF4-FFF2-40B4-BE49-F238E27FC236}">
                <a16:creationId xmlns:a16="http://schemas.microsoft.com/office/drawing/2014/main" id="{889C8B2D-F4FE-4182-B386-BEC6EE467608}"/>
              </a:ext>
            </a:extLst>
          </p:cNvPr>
          <p:cNvSpPr/>
          <p:nvPr/>
        </p:nvSpPr>
        <p:spPr>
          <a:xfrm>
            <a:off x="2051720" y="3676236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sp>
        <p:nvSpPr>
          <p:cNvPr id="28" name="Oval 9">
            <a:extLst>
              <a:ext uri="{FF2B5EF4-FFF2-40B4-BE49-F238E27FC236}">
                <a16:creationId xmlns:a16="http://schemas.microsoft.com/office/drawing/2014/main" id="{E2FAC81B-A519-4C46-B0A5-46A5C8A073C2}"/>
              </a:ext>
            </a:extLst>
          </p:cNvPr>
          <p:cNvSpPr/>
          <p:nvPr/>
        </p:nvSpPr>
        <p:spPr>
          <a:xfrm>
            <a:off x="3293604" y="3637517"/>
            <a:ext cx="720080" cy="720080"/>
          </a:xfrm>
          <a:prstGeom prst="ellipse">
            <a:avLst/>
          </a:prstGeom>
          <a:solidFill>
            <a:schemeClr val="accent5"/>
          </a:solidFill>
          <a:ln w="381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38" tIns="45719" rIns="91438" bIns="45719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ko-KR" altLang="en-US"/>
          </a:p>
        </p:txBody>
      </p:sp>
      <p:pic>
        <p:nvPicPr>
          <p:cNvPr id="21" name="Image 20">
            <a:extLst>
              <a:ext uri="{FF2B5EF4-FFF2-40B4-BE49-F238E27FC236}">
                <a16:creationId xmlns:a16="http://schemas.microsoft.com/office/drawing/2014/main" id="{853F0725-5A9D-4F52-BFB5-A27DF2B9EBB4}"/>
              </a:ext>
            </a:extLst>
          </p:cNvPr>
          <p:cNvPicPr>
            <a:picLocks noChangeAspect="1"/>
          </p:cNvPicPr>
          <p:nvPr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10782" y="3675466"/>
            <a:ext cx="702626" cy="719311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CE0C8211-C471-4D14-AD83-41F03E21D321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7544" y="3676236"/>
            <a:ext cx="688287" cy="695714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615538676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3000"/>
                            </p:stCondLst>
                            <p:childTnLst>
                              <p:par>
                                <p:cTn id="15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19" dur="500"/>
                                        <p:tgtEl>
                                          <p:spTgt spid="1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4000"/>
                            </p:stCondLst>
                            <p:childTnLst>
                              <p:par>
                                <p:cTn id="21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23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4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0"/>
                            </p:stCondLst>
                            <p:childTnLst>
                              <p:par>
                                <p:cTn id="29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5500"/>
                            </p:stCondLst>
                            <p:childTnLst>
                              <p:par>
                                <p:cTn id="33" presetID="4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6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38" dur="2000"/>
                                        <p:tgtEl>
                                          <p:spTgt spid="10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7500"/>
                            </p:stCondLst>
                            <p:childTnLst>
                              <p:par>
                                <p:cTn id="40" presetID="1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Bottom)">
                                      <p:cBhvr>
                                        <p:cTn id="42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80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20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0"/>
                            </p:stCondLst>
                            <p:childTnLst>
                              <p:par>
                                <p:cTn id="48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11000"/>
                            </p:stCondLst>
                            <p:childTnLst>
                              <p:par>
                                <p:cTn id="51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12000"/>
                            </p:stCondLst>
                            <p:childTnLst>
                              <p:par>
                                <p:cTn id="54" presetID="1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build="p"/>
      <p:bldP spid="10" grpId="0" animBg="1"/>
      <p:bldP spid="12" grpId="0" animBg="1"/>
      <p:bldP spid="13" grpId="0" animBg="1"/>
      <p:bldP spid="14" grpId="0" animBg="1"/>
      <p:bldP spid="29" grpId="0" animBg="1"/>
      <p:bldP spid="30" grpId="0" animBg="1"/>
      <p:bldP spid="26" grpId="0" animBg="1"/>
      <p:bldP spid="27" grpId="0" animBg="1"/>
      <p:bldP spid="28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FABE00"/>
              </a:gs>
              <a:gs pos="64135">
                <a:srgbClr val="FFD54F"/>
              </a:gs>
              <a:gs pos="98899">
                <a:srgbClr val="FFFF0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FABE00"/>
              </a:gs>
              <a:gs pos="64135">
                <a:srgbClr val="FFD54F"/>
              </a:gs>
              <a:gs pos="98899">
                <a:srgbClr val="FFFF0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57927" y="3443762"/>
            <a:ext cx="4881305" cy="1013947"/>
          </a:xfrm>
          <a:prstGeom prst="rect">
            <a:avLst/>
          </a:prstGeom>
          <a:gradFill>
            <a:gsLst>
              <a:gs pos="1890">
                <a:srgbClr val="FFFF00"/>
              </a:gs>
              <a:gs pos="67000">
                <a:srgbClr val="FFC91D"/>
              </a:gs>
              <a:gs pos="98899">
                <a:srgbClr val="E2AC0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 dirty="0"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473891" y="3727575"/>
            <a:ext cx="3292645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Modélisation de la solution 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>
                <a:solidFill>
                  <a:srgbClr val="FABE00"/>
                </a:solidFill>
              </a:rPr>
              <a:t>06</a:t>
            </a:r>
            <a:endParaRPr dirty="0">
              <a:solidFill>
                <a:srgbClr val="FABE00"/>
              </a:solidFill>
            </a:endParaRPr>
          </a:p>
        </p:txBody>
      </p:sp>
      <p:sp>
        <p:nvSpPr>
          <p:cNvPr id="10" name="Freeform 43">
            <a:extLst>
              <a:ext uri="{FF2B5EF4-FFF2-40B4-BE49-F238E27FC236}">
                <a16:creationId xmlns:a16="http://schemas.microsoft.com/office/drawing/2014/main" id="{D2E5AD5B-2938-43AE-A0A6-D9297F2BB3E7}"/>
              </a:ext>
            </a:extLst>
          </p:cNvPr>
          <p:cNvSpPr/>
          <p:nvPr/>
        </p:nvSpPr>
        <p:spPr>
          <a:xfrm>
            <a:off x="4859750" y="3723852"/>
            <a:ext cx="432048" cy="373039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4166" y="0"/>
                </a:moveTo>
                <a:lnTo>
                  <a:pt x="13004" y="2907"/>
                </a:lnTo>
                <a:lnTo>
                  <a:pt x="12904" y="3112"/>
                </a:lnTo>
                <a:lnTo>
                  <a:pt x="12884" y="3010"/>
                </a:lnTo>
                <a:cubicBezTo>
                  <a:pt x="12546" y="2181"/>
                  <a:pt x="11612" y="1788"/>
                  <a:pt x="10800" y="2129"/>
                </a:cubicBezTo>
                <a:cubicBezTo>
                  <a:pt x="10444" y="2286"/>
                  <a:pt x="10151" y="2573"/>
                  <a:pt x="9978" y="2928"/>
                </a:cubicBezTo>
                <a:cubicBezTo>
                  <a:pt x="9691" y="3775"/>
                  <a:pt x="10131" y="4702"/>
                  <a:pt x="10960" y="4996"/>
                </a:cubicBezTo>
                <a:cubicBezTo>
                  <a:pt x="11328" y="5126"/>
                  <a:pt x="11743" y="5107"/>
                  <a:pt x="12102" y="4955"/>
                </a:cubicBezTo>
                <a:lnTo>
                  <a:pt x="12203" y="4914"/>
                </a:lnTo>
                <a:lnTo>
                  <a:pt x="12142" y="5057"/>
                </a:lnTo>
                <a:lnTo>
                  <a:pt x="11101" y="7555"/>
                </a:lnTo>
                <a:lnTo>
                  <a:pt x="12824" y="8292"/>
                </a:lnTo>
                <a:cubicBezTo>
                  <a:pt x="12885" y="7134"/>
                  <a:pt x="13854" y="6243"/>
                  <a:pt x="14988" y="6306"/>
                </a:cubicBezTo>
                <a:cubicBezTo>
                  <a:pt x="15777" y="6350"/>
                  <a:pt x="16468" y="6849"/>
                  <a:pt x="16771" y="7596"/>
                </a:cubicBezTo>
                <a:cubicBezTo>
                  <a:pt x="17064" y="8343"/>
                  <a:pt x="16924" y="9196"/>
                  <a:pt x="16410" y="9807"/>
                </a:cubicBezTo>
                <a:lnTo>
                  <a:pt x="18494" y="10687"/>
                </a:lnTo>
                <a:lnTo>
                  <a:pt x="18534" y="10708"/>
                </a:lnTo>
                <a:lnTo>
                  <a:pt x="21600" y="3133"/>
                </a:lnTo>
                <a:lnTo>
                  <a:pt x="14166" y="0"/>
                </a:lnTo>
                <a:close/>
                <a:moveTo>
                  <a:pt x="0" y="3726"/>
                </a:moveTo>
                <a:lnTo>
                  <a:pt x="0" y="12510"/>
                </a:lnTo>
                <a:lnTo>
                  <a:pt x="3386" y="12510"/>
                </a:lnTo>
                <a:cubicBezTo>
                  <a:pt x="3000" y="12806"/>
                  <a:pt x="2765" y="13265"/>
                  <a:pt x="2765" y="13758"/>
                </a:cubicBezTo>
                <a:cubicBezTo>
                  <a:pt x="2765" y="14624"/>
                  <a:pt x="3441" y="15315"/>
                  <a:pt x="4288" y="15315"/>
                </a:cubicBezTo>
                <a:cubicBezTo>
                  <a:pt x="5135" y="15315"/>
                  <a:pt x="5831" y="14624"/>
                  <a:pt x="5831" y="13758"/>
                </a:cubicBezTo>
                <a:cubicBezTo>
                  <a:pt x="5831" y="13265"/>
                  <a:pt x="5596" y="12806"/>
                  <a:pt x="5210" y="12510"/>
                </a:cubicBezTo>
                <a:lnTo>
                  <a:pt x="8596" y="12510"/>
                </a:lnTo>
                <a:lnTo>
                  <a:pt x="8596" y="9275"/>
                </a:lnTo>
                <a:cubicBezTo>
                  <a:pt x="7936" y="9907"/>
                  <a:pt x="6911" y="9907"/>
                  <a:pt x="6252" y="9275"/>
                </a:cubicBezTo>
                <a:cubicBezTo>
                  <a:pt x="5630" y="8654"/>
                  <a:pt x="5604" y="7637"/>
                  <a:pt x="6212" y="7002"/>
                </a:cubicBezTo>
                <a:cubicBezTo>
                  <a:pt x="6220" y="6993"/>
                  <a:pt x="6243" y="6990"/>
                  <a:pt x="6252" y="6982"/>
                </a:cubicBezTo>
                <a:cubicBezTo>
                  <a:pt x="6911" y="6349"/>
                  <a:pt x="7936" y="6349"/>
                  <a:pt x="8596" y="6982"/>
                </a:cubicBezTo>
                <a:lnTo>
                  <a:pt x="8596" y="3726"/>
                </a:lnTo>
                <a:lnTo>
                  <a:pt x="0" y="3726"/>
                </a:lnTo>
                <a:close/>
                <a:moveTo>
                  <a:pt x="12704" y="10728"/>
                </a:moveTo>
                <a:cubicBezTo>
                  <a:pt x="11906" y="11020"/>
                  <a:pt x="11497" y="11920"/>
                  <a:pt x="11782" y="12735"/>
                </a:cubicBezTo>
                <a:cubicBezTo>
                  <a:pt x="11879" y="13014"/>
                  <a:pt x="12054" y="13269"/>
                  <a:pt x="12283" y="13451"/>
                </a:cubicBezTo>
                <a:lnTo>
                  <a:pt x="9518" y="13451"/>
                </a:lnTo>
                <a:lnTo>
                  <a:pt x="9518" y="14721"/>
                </a:lnTo>
                <a:cubicBezTo>
                  <a:pt x="9619" y="14708"/>
                  <a:pt x="9716" y="14700"/>
                  <a:pt x="9818" y="14700"/>
                </a:cubicBezTo>
                <a:cubicBezTo>
                  <a:pt x="11174" y="14700"/>
                  <a:pt x="12283" y="15834"/>
                  <a:pt x="12283" y="17219"/>
                </a:cubicBezTo>
                <a:cubicBezTo>
                  <a:pt x="12283" y="18604"/>
                  <a:pt x="11174" y="19716"/>
                  <a:pt x="9818" y="19716"/>
                </a:cubicBezTo>
                <a:cubicBezTo>
                  <a:pt x="9716" y="19715"/>
                  <a:pt x="9619" y="19710"/>
                  <a:pt x="9518" y="19696"/>
                </a:cubicBezTo>
                <a:lnTo>
                  <a:pt x="9518" y="21600"/>
                </a:lnTo>
                <a:lnTo>
                  <a:pt x="17492" y="21600"/>
                </a:lnTo>
                <a:lnTo>
                  <a:pt x="17492" y="13451"/>
                </a:lnTo>
                <a:lnTo>
                  <a:pt x="14106" y="13451"/>
                </a:lnTo>
                <a:cubicBezTo>
                  <a:pt x="14154" y="13416"/>
                  <a:pt x="14204" y="13370"/>
                  <a:pt x="14246" y="13329"/>
                </a:cubicBezTo>
                <a:cubicBezTo>
                  <a:pt x="14280" y="13315"/>
                  <a:pt x="14321" y="13293"/>
                  <a:pt x="14347" y="13267"/>
                </a:cubicBezTo>
                <a:cubicBezTo>
                  <a:pt x="14724" y="12854"/>
                  <a:pt x="14844" y="12267"/>
                  <a:pt x="14667" y="11732"/>
                </a:cubicBezTo>
                <a:lnTo>
                  <a:pt x="14667" y="11691"/>
                </a:lnTo>
                <a:cubicBezTo>
                  <a:pt x="14382" y="10875"/>
                  <a:pt x="13501" y="10437"/>
                  <a:pt x="12704" y="10728"/>
                </a:cubicBezTo>
                <a:close/>
                <a:moveTo>
                  <a:pt x="0" y="13451"/>
                </a:moveTo>
                <a:lnTo>
                  <a:pt x="0" y="21600"/>
                </a:lnTo>
                <a:lnTo>
                  <a:pt x="8596" y="21600"/>
                </a:lnTo>
                <a:lnTo>
                  <a:pt x="8596" y="18160"/>
                </a:lnTo>
                <a:cubicBezTo>
                  <a:pt x="8630" y="18208"/>
                  <a:pt x="8657" y="18239"/>
                  <a:pt x="8696" y="18283"/>
                </a:cubicBezTo>
                <a:cubicBezTo>
                  <a:pt x="8713" y="18315"/>
                  <a:pt x="8734" y="18357"/>
                  <a:pt x="8756" y="18386"/>
                </a:cubicBezTo>
                <a:cubicBezTo>
                  <a:pt x="9119" y="18740"/>
                  <a:pt x="9633" y="18865"/>
                  <a:pt x="10119" y="18734"/>
                </a:cubicBezTo>
                <a:cubicBezTo>
                  <a:pt x="10171" y="18734"/>
                  <a:pt x="10230" y="18708"/>
                  <a:pt x="10279" y="18693"/>
                </a:cubicBezTo>
                <a:lnTo>
                  <a:pt x="10319" y="18672"/>
                </a:lnTo>
                <a:cubicBezTo>
                  <a:pt x="11123" y="18400"/>
                  <a:pt x="11567" y="17528"/>
                  <a:pt x="11301" y="16707"/>
                </a:cubicBezTo>
                <a:cubicBezTo>
                  <a:pt x="11035" y="15885"/>
                  <a:pt x="10162" y="15432"/>
                  <a:pt x="9357" y="15704"/>
                </a:cubicBezTo>
                <a:cubicBezTo>
                  <a:pt x="9052" y="15807"/>
                  <a:pt x="8785" y="16010"/>
                  <a:pt x="8596" y="16277"/>
                </a:cubicBezTo>
                <a:lnTo>
                  <a:pt x="8596" y="13451"/>
                </a:lnTo>
                <a:lnTo>
                  <a:pt x="6732" y="13451"/>
                </a:lnTo>
                <a:cubicBezTo>
                  <a:pt x="6746" y="13555"/>
                  <a:pt x="6752" y="13654"/>
                  <a:pt x="6753" y="13758"/>
                </a:cubicBezTo>
                <a:cubicBezTo>
                  <a:pt x="6753" y="15143"/>
                  <a:pt x="5643" y="16277"/>
                  <a:pt x="4288" y="16277"/>
                </a:cubicBezTo>
                <a:cubicBezTo>
                  <a:pt x="2933" y="16277"/>
                  <a:pt x="1843" y="15143"/>
                  <a:pt x="1843" y="13758"/>
                </a:cubicBezTo>
                <a:cubicBezTo>
                  <a:pt x="1844" y="13654"/>
                  <a:pt x="1850" y="13555"/>
                  <a:pt x="1863" y="13451"/>
                </a:cubicBezTo>
                <a:lnTo>
                  <a:pt x="0" y="13451"/>
                </a:lnTo>
                <a:close/>
              </a:path>
            </a:pathLst>
          </a:custGeom>
          <a:solidFill>
            <a:srgbClr val="FFFFFF"/>
          </a:solidFill>
          <a:ln w="12700">
            <a:miter lim="400000"/>
          </a:ln>
        </p:spPr>
        <p:txBody>
          <a:bodyPr lIns="34289" tIns="45719" rIns="34289" bIns="45719" anchor="ctr"/>
          <a:lstStyle/>
          <a:p>
            <a:pPr algn="ctr" defTabSz="685783" latinLnBrk="0" hangingPunct="0"/>
            <a:endParaRPr sz="900" kern="0" dirty="0">
              <a:solidFill>
                <a:srgbClr val="FFFFFF"/>
              </a:solidFill>
              <a:latin typeface="Avenir Next"/>
              <a:sym typeface="Avenir Next"/>
            </a:endParaRPr>
          </a:p>
        </p:txBody>
      </p:sp>
    </p:spTree>
    <p:extLst>
      <p:ext uri="{BB962C8B-B14F-4D97-AF65-F5344CB8AC3E}">
        <p14:creationId xmlns:p14="http://schemas.microsoft.com/office/powerpoint/2010/main" val="4140717210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10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Espace réservé du numéro de diapositive 2"/>
          <p:cNvSpPr txBox="1">
            <a:spLocks/>
          </p:cNvSpPr>
          <p:nvPr/>
        </p:nvSpPr>
        <p:spPr>
          <a:xfrm>
            <a:off x="14333507" y="11448734"/>
            <a:ext cx="372928" cy="172434"/>
          </a:xfrm>
          <a:prstGeom prst="rect">
            <a:avLst/>
          </a:prstGeom>
        </p:spPr>
        <p:txBody>
          <a:bodyPr lIns="91438" tIns="45719" rIns="91438" bIns="45719" anchor="ctr"/>
          <a:lstStyle/>
          <a:p>
            <a:pPr marL="0" marR="0" lvl="0" indent="0" algn="ctr" defTabSz="914378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itchFamily="34" charset="0"/>
              <a:buNone/>
              <a:tabLst/>
              <a:defRPr/>
            </a:pPr>
            <a:fld id="{387164BF-D67A-46C0-81D2-5BAF67C00C80}" type="slidenum">
              <a:rPr kumimoji="0" 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tx1">
                    <a:lumMod val="75000"/>
                    <a:lumOff val="25000"/>
                  </a:schemeClr>
                </a:solidFill>
                <a:effectLst/>
                <a:uLnTx/>
                <a:uFillTx/>
                <a:latin typeface="+mn-lt"/>
                <a:ea typeface="+mn-ea"/>
                <a:cs typeface="Arial" pitchFamily="34" charset="0"/>
              </a:rPr>
              <a:pPr marL="0" marR="0" lvl="0" indent="0" algn="ctr" defTabSz="914378" rtl="0" eaLnBrk="1" fontAlgn="auto" latinLnBrk="1" hangingPunct="1">
                <a:lnSpc>
                  <a:spcPct val="100000"/>
                </a:lnSpc>
                <a:spcBef>
                  <a:spcPct val="20000"/>
                </a:spcBef>
                <a:spcAft>
                  <a:spcPts val="0"/>
                </a:spcAft>
                <a:buClrTx/>
                <a:buSzTx/>
                <a:buFont typeface="Arial" pitchFamily="34" charset="0"/>
                <a:buNone/>
                <a:tabLst/>
                <a:defRPr/>
              </a:pPr>
              <a:t>14</a:t>
            </a:fld>
            <a:endParaRPr kumimoji="0" lang="en-US" sz="1400" b="0" i="0" u="none" strike="noStrike" kern="1200" cap="none" spc="0" normalizeH="0" baseline="0" noProof="0" dirty="0">
              <a:ln>
                <a:noFill/>
              </a:ln>
              <a:solidFill>
                <a:schemeClr val="tx1">
                  <a:lumMod val="75000"/>
                  <a:lumOff val="25000"/>
                </a:schemeClr>
              </a:solidFill>
              <a:effectLst/>
              <a:uLnTx/>
              <a:uFillTx/>
              <a:latin typeface="+mn-lt"/>
              <a:ea typeface="+mn-ea"/>
              <a:cs typeface="Arial" pitchFamily="34" charset="0"/>
            </a:endParaRPr>
          </a:p>
        </p:txBody>
      </p:sp>
      <p:cxnSp>
        <p:nvCxnSpPr>
          <p:cNvPr id="9" name="Straight Connector 5">
            <a:extLst>
              <a:ext uri="{FF2B5EF4-FFF2-40B4-BE49-F238E27FC236}">
                <a16:creationId xmlns:a16="http://schemas.microsoft.com/office/drawing/2014/main" id="{9E204995-0FED-42EB-8FC4-F8B0BE0480E1}"/>
              </a:ext>
            </a:extLst>
          </p:cNvPr>
          <p:cNvCxnSpPr/>
          <p:nvPr/>
        </p:nvCxnSpPr>
        <p:spPr>
          <a:xfrm rot="5400000" flipH="1" flipV="1">
            <a:off x="1161648" y="2703725"/>
            <a:ext cx="277262" cy="9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Image 2">
            <a:extLst>
              <a:ext uri="{FF2B5EF4-FFF2-40B4-BE49-F238E27FC236}">
                <a16:creationId xmlns:a16="http://schemas.microsoft.com/office/drawing/2014/main" id="{B3957389-D5DF-462C-90CE-7690D149C56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63688" y="1347614"/>
            <a:ext cx="4824536" cy="350985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C3371F03-6D57-45EB-8779-C2B596DC9A43}"/>
              </a:ext>
            </a:extLst>
          </p:cNvPr>
          <p:cNvSpPr txBox="1"/>
          <p:nvPr/>
        </p:nvSpPr>
        <p:spPr>
          <a:xfrm>
            <a:off x="107504" y="627534"/>
            <a:ext cx="735401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1800" b="1" dirty="0">
                <a:solidFill>
                  <a:schemeClr val="accent1">
                    <a:lumMod val="75000"/>
                  </a:schemeClr>
                </a:solidFill>
              </a:rPr>
              <a:t>Diagramme de classe:</a:t>
            </a:r>
          </a:p>
        </p:txBody>
      </p:sp>
      <p:sp>
        <p:nvSpPr>
          <p:cNvPr id="12" name="Rectangle: Rounded Corners 5">
            <a:extLst>
              <a:ext uri="{FF2B5EF4-FFF2-40B4-BE49-F238E27FC236}">
                <a16:creationId xmlns:a16="http://schemas.microsoft.com/office/drawing/2014/main" id="{F22286D1-98C6-4A9B-A331-D8FD59756347}"/>
              </a:ext>
            </a:extLst>
          </p:cNvPr>
          <p:cNvSpPr/>
          <p:nvPr/>
        </p:nvSpPr>
        <p:spPr>
          <a:xfrm>
            <a:off x="-76838" y="-40291"/>
            <a:ext cx="9297675" cy="603544"/>
          </a:xfrm>
          <a:prstGeom prst="roundRect">
            <a:avLst/>
          </a:prstGeom>
          <a:solidFill>
            <a:srgbClr val="4BACC6">
              <a:hueOff val="0"/>
              <a:satOff val="0"/>
              <a:lumOff val="0"/>
              <a:alphaOff val="0"/>
            </a:srgbClr>
          </a:solidFill>
          <a:ln w="25400" cap="flat" cmpd="sng" algn="ctr">
            <a:noFill/>
            <a:prstDash val="solid"/>
          </a:ln>
          <a:effectLst/>
        </p:spPr>
      </p:sp>
      <p:sp>
        <p:nvSpPr>
          <p:cNvPr id="13" name="ZoneTexte 12">
            <a:extLst>
              <a:ext uri="{FF2B5EF4-FFF2-40B4-BE49-F238E27FC236}">
                <a16:creationId xmlns:a16="http://schemas.microsoft.com/office/drawing/2014/main" id="{891987A0-BFDF-4EC0-8686-8D281CE075FD}"/>
              </a:ext>
            </a:extLst>
          </p:cNvPr>
          <p:cNvSpPr txBox="1"/>
          <p:nvPr/>
        </p:nvSpPr>
        <p:spPr>
          <a:xfrm>
            <a:off x="-76838" y="90665"/>
            <a:ext cx="7392838" cy="3416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defTabSz="1111223" latinLnBrk="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defRPr/>
            </a:pPr>
            <a:r>
              <a:rPr lang="fr-FR" sz="1800" dirty="0">
                <a:solidFill>
                  <a:sysClr val="window" lastClr="FFFFFF"/>
                </a:solidFill>
                <a:latin typeface="Arial"/>
              </a:rPr>
              <a:t> Conception</a:t>
            </a:r>
          </a:p>
        </p:txBody>
      </p:sp>
    </p:spTree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6CA1D6E8-3DA9-4182-865D-15D53CF38324}"/>
              </a:ext>
            </a:extLst>
          </p:cNvPr>
          <p:cNvSpPr/>
          <p:nvPr/>
        </p:nvSpPr>
        <p:spPr>
          <a:xfrm>
            <a:off x="0" y="1057926"/>
            <a:ext cx="9144000" cy="408557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 dirty="0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4E09C3A6-01A8-4648-82D2-54DCBAFCC73B}"/>
              </a:ext>
            </a:extLst>
          </p:cNvPr>
          <p:cNvGrpSpPr/>
          <p:nvPr/>
        </p:nvGrpSpPr>
        <p:grpSpPr>
          <a:xfrm>
            <a:off x="0" y="-20645"/>
            <a:ext cx="9333171" cy="603544"/>
            <a:chOff x="-35496" y="27613"/>
            <a:chExt cx="9333171" cy="603544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699FAE74-3913-4DB2-B8C4-A48AE94EBAB3}"/>
                </a:ext>
              </a:extLst>
            </p:cNvPr>
            <p:cNvSpPr/>
            <p:nvPr/>
          </p:nvSpPr>
          <p:spPr>
            <a:xfrm>
              <a:off x="0" y="27613"/>
              <a:ext cx="9297675" cy="603544"/>
            </a:xfrm>
            <a:prstGeom prst="roundRect">
              <a:avLst/>
            </a:prstGeom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7" name="Rectangle: Rounded Corners 4">
              <a:extLst>
                <a:ext uri="{FF2B5EF4-FFF2-40B4-BE49-F238E27FC236}">
                  <a16:creationId xmlns:a16="http://schemas.microsoft.com/office/drawing/2014/main" id="{70030E12-5BE9-426C-A39C-8837BD8D7C88}"/>
                </a:ext>
              </a:extLst>
            </p:cNvPr>
            <p:cNvSpPr txBox="1"/>
            <p:nvPr/>
          </p:nvSpPr>
          <p:spPr>
            <a:xfrm>
              <a:off x="-35496" y="68593"/>
              <a:ext cx="9238749" cy="544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defTabSz="1111223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fr-FR" sz="2500" dirty="0">
                  <a:solidFill>
                    <a:sysClr val="window" lastClr="FFFFFF"/>
                  </a:solidFill>
                  <a:latin typeface="Arial"/>
                </a:rPr>
                <a:t> Conception</a:t>
              </a:r>
            </a:p>
          </p:txBody>
        </p: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07D89910-FC75-40AA-ACAB-676B3669334E}"/>
              </a:ext>
            </a:extLst>
          </p:cNvPr>
          <p:cNvSpPr txBox="1"/>
          <p:nvPr/>
        </p:nvSpPr>
        <p:spPr>
          <a:xfrm>
            <a:off x="139876" y="1881264"/>
            <a:ext cx="975740" cy="36933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Sprint 1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0C7CCD1-D7DA-4998-B7CA-E5E68ABCFD9B}"/>
              </a:ext>
            </a:extLst>
          </p:cNvPr>
          <p:cNvSpPr txBox="1"/>
          <p:nvPr/>
        </p:nvSpPr>
        <p:spPr>
          <a:xfrm>
            <a:off x="-19742" y="1450749"/>
            <a:ext cx="991342" cy="36933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Sprint </a:t>
            </a:r>
          </a:p>
        </p:txBody>
      </p:sp>
      <p:pic>
        <p:nvPicPr>
          <p:cNvPr id="8" name="Image 7">
            <a:extLst>
              <a:ext uri="{FF2B5EF4-FFF2-40B4-BE49-F238E27FC236}">
                <a16:creationId xmlns:a16="http://schemas.microsoft.com/office/drawing/2014/main" id="{E5F90991-F02A-48A0-A7CE-59855B6D4F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083" y="635737"/>
            <a:ext cx="5635309" cy="41682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6402569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1D989B"/>
              </a:gs>
              <a:gs pos="64135">
                <a:srgbClr val="24BEC2"/>
              </a:gs>
              <a:gs pos="98899">
                <a:srgbClr val="68BCE2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1D989B"/>
              </a:gs>
              <a:gs pos="64135">
                <a:srgbClr val="24BEC2"/>
              </a:gs>
              <a:gs pos="98899">
                <a:srgbClr val="68BCE2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57927" y="3443762"/>
            <a:ext cx="4881305" cy="1013947"/>
          </a:xfrm>
          <a:prstGeom prst="rect">
            <a:avLst/>
          </a:prstGeom>
          <a:gradFill>
            <a:gsLst>
              <a:gs pos="1890">
                <a:srgbClr val="68BCE2"/>
              </a:gs>
              <a:gs pos="67000">
                <a:srgbClr val="1D9C9F"/>
              </a:gs>
              <a:gs pos="98899">
                <a:srgbClr val="1D989B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 dirty="0"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473891" y="3727575"/>
            <a:ext cx="2490786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Réalisation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>
                <a:solidFill>
                  <a:srgbClr val="1D989B"/>
                </a:solidFill>
              </a:rPr>
              <a:t>07</a:t>
            </a:r>
            <a:endParaRPr dirty="0">
              <a:solidFill>
                <a:srgbClr val="1D989B"/>
              </a:solidFill>
            </a:endParaRPr>
          </a:p>
        </p:txBody>
      </p:sp>
      <p:pic>
        <p:nvPicPr>
          <p:cNvPr id="10" name="Graphic 9" descr="Bullseye">
            <a:extLst>
              <a:ext uri="{FF2B5EF4-FFF2-40B4-BE49-F238E27FC236}">
                <a16:creationId xmlns:a16="http://schemas.microsoft.com/office/drawing/2014/main" id="{2D3B21E7-410A-4156-BCE6-4F0D37F0451C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60175" y="3727577"/>
            <a:ext cx="471582" cy="4715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400010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3" presetClass="entr" presetSubtype="16" fill="hold" grpId="0" nodeType="afterEffect">
                                  <p:stCondLst>
                                    <p:cond delay="0"/>
                                  </p:stCondLst>
                                  <p:iterate>
                                    <p:tmAbs val="0"/>
                                  </p:iterate>
                                  <p:childTnLst>
                                    <p:set>
                                      <p:cBhvr>
                                        <p:cTn id="6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4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7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0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3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5" grpId="0" animBg="1" advAuto="0"/>
      <p:bldP spid="26" grpId="0" animBg="1"/>
      <p:bldP spid="27" grpId="0" animBg="1"/>
      <p:bldP spid="29" grpId="0" animBg="1"/>
      <p:bldP spid="30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ZoneTexte 5">
            <a:extLst>
              <a:ext uri="{FF2B5EF4-FFF2-40B4-BE49-F238E27FC236}">
                <a16:creationId xmlns:a16="http://schemas.microsoft.com/office/drawing/2014/main" id="{BDEC63D9-1D48-4805-BEA9-54FB83794D50}"/>
              </a:ext>
            </a:extLst>
          </p:cNvPr>
          <p:cNvSpPr txBox="1"/>
          <p:nvPr/>
        </p:nvSpPr>
        <p:spPr>
          <a:xfrm>
            <a:off x="971600" y="339502"/>
            <a:ext cx="4572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2400" b="1" i="1" dirty="0">
                <a:solidFill>
                  <a:srgbClr val="7030A0"/>
                </a:solidFill>
              </a:rPr>
              <a:t>Interface réalisées :</a:t>
            </a:r>
            <a:endParaRPr lang="fr-TN" sz="2400" b="1" i="1" dirty="0">
              <a:solidFill>
                <a:srgbClr val="7030A0"/>
              </a:solidFill>
            </a:endParaRPr>
          </a:p>
        </p:txBody>
      </p:sp>
      <p:sp>
        <p:nvSpPr>
          <p:cNvPr id="10" name="ZoneTexte 9">
            <a:extLst>
              <a:ext uri="{FF2B5EF4-FFF2-40B4-BE49-F238E27FC236}">
                <a16:creationId xmlns:a16="http://schemas.microsoft.com/office/drawing/2014/main" id="{21435D46-0D56-47EC-AB9B-3BDE81D014AD}"/>
              </a:ext>
            </a:extLst>
          </p:cNvPr>
          <p:cNvSpPr txBox="1"/>
          <p:nvPr/>
        </p:nvSpPr>
        <p:spPr>
          <a:xfrm>
            <a:off x="2555776" y="801167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accent1">
                    <a:lumMod val="50000"/>
                  </a:schemeClr>
                </a:solidFill>
                <a:latin typeface="Bodoni MT Poster Compressed" panose="02070706080601050204" pitchFamily="18" charset="0"/>
              </a:rPr>
              <a:t>Partie admin:</a:t>
            </a:r>
          </a:p>
        </p:txBody>
      </p:sp>
      <p:sp>
        <p:nvSpPr>
          <p:cNvPr id="12" name="ZoneTexte 11">
            <a:extLst>
              <a:ext uri="{FF2B5EF4-FFF2-40B4-BE49-F238E27FC236}">
                <a16:creationId xmlns:a16="http://schemas.microsoft.com/office/drawing/2014/main" id="{5D604777-3C3C-42E0-AAAF-C4B7E5822293}"/>
              </a:ext>
            </a:extLst>
          </p:cNvPr>
          <p:cNvSpPr txBox="1"/>
          <p:nvPr/>
        </p:nvSpPr>
        <p:spPr>
          <a:xfrm>
            <a:off x="5364088" y="183174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i="1" u="sng" dirty="0">
                <a:solidFill>
                  <a:schemeClr val="bg2">
                    <a:lumMod val="2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Partie Etudiant: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6DBC28AF-E2DD-4716-9300-7FEA9AE96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1520" y="1402774"/>
            <a:ext cx="3793075" cy="3485148"/>
          </a:xfrm>
          <a:prstGeom prst="rect">
            <a:avLst/>
          </a:prstGeom>
        </p:spPr>
      </p:pic>
      <p:pic>
        <p:nvPicPr>
          <p:cNvPr id="5" name="Image 4">
            <a:extLst>
              <a:ext uri="{FF2B5EF4-FFF2-40B4-BE49-F238E27FC236}">
                <a16:creationId xmlns:a16="http://schemas.microsoft.com/office/drawing/2014/main" id="{BD8F7755-9D5D-4492-A489-F06BCA5380B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99407" y="2505707"/>
            <a:ext cx="3314987" cy="2497247"/>
          </a:xfrm>
          <a:prstGeom prst="rect">
            <a:avLst/>
          </a:prstGeom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1033F643-1E32-4143-93E6-7BE8BD8FF887}"/>
              </a:ext>
            </a:extLst>
          </p:cNvPr>
          <p:cNvSpPr txBox="1"/>
          <p:nvPr/>
        </p:nvSpPr>
        <p:spPr>
          <a:xfrm>
            <a:off x="395536" y="48351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accent1">
                    <a:lumMod val="50000"/>
                  </a:schemeClr>
                </a:solidFill>
                <a:latin typeface="Bodoni MT Poster Compressed" panose="02070706080601050204" pitchFamily="18" charset="0"/>
              </a:rPr>
              <a:t>Liste admin: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E9F4E6D0-B226-4F4B-BBC8-47DA9FB6C560}"/>
              </a:ext>
            </a:extLst>
          </p:cNvPr>
          <p:cNvSpPr txBox="1"/>
          <p:nvPr/>
        </p:nvSpPr>
        <p:spPr>
          <a:xfrm>
            <a:off x="5940152" y="1068293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bg2">
                    <a:lumMod val="2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Liste Etudiant: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A1B1330F-008A-4E1F-9942-C44533C0AE4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322234"/>
            <a:ext cx="4860032" cy="3610563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C0F15325-1102-49C2-9A02-5FF1154A4DC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20072" y="1605948"/>
            <a:ext cx="3707904" cy="3326849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152400" dist="12000" dir="900000" sy="98000" kx="110000" ky="200000" algn="tl" rotWithShape="0">
              <a:srgbClr val="000000">
                <a:alpha val="30000"/>
              </a:srgbClr>
            </a:outerShdw>
          </a:effectLst>
          <a:scene3d>
            <a:camera prst="perspectiveRelaxed">
              <a:rot lat="19800000" lon="1200000" rev="20820000"/>
            </a:camera>
            <a:lightRig rig="threePt" dir="t"/>
          </a:scene3d>
          <a:sp3d contourW="6350" prstMaterial="matte">
            <a:bevelT w="101600" h="101600"/>
            <a:contourClr>
              <a:srgbClr val="969696"/>
            </a:contourClr>
          </a:sp3d>
        </p:spPr>
      </p:pic>
    </p:spTree>
    <p:extLst>
      <p:ext uri="{BB962C8B-B14F-4D97-AF65-F5344CB8AC3E}">
        <p14:creationId xmlns:p14="http://schemas.microsoft.com/office/powerpoint/2010/main" val="691455633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AE8A92D8-A0B6-4BBB-B2C0-AF0D55E2B972}"/>
              </a:ext>
            </a:extLst>
          </p:cNvPr>
          <p:cNvSpPr txBox="1"/>
          <p:nvPr/>
        </p:nvSpPr>
        <p:spPr>
          <a:xfrm>
            <a:off x="467544" y="483518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i="1" u="sng" dirty="0">
                <a:solidFill>
                  <a:schemeClr val="accent1">
                    <a:lumMod val="50000"/>
                  </a:schemeClr>
                </a:solidFill>
                <a:latin typeface="Bodoni MT Poster Compressed" panose="02070706080601050204" pitchFamily="18" charset="0"/>
              </a:rPr>
              <a:t>Partie admin: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CEBFB479-8F5A-4C03-9997-1EE3F089DEBE}"/>
              </a:ext>
            </a:extLst>
          </p:cNvPr>
          <p:cNvSpPr txBox="1"/>
          <p:nvPr/>
        </p:nvSpPr>
        <p:spPr>
          <a:xfrm>
            <a:off x="5868144" y="1129849"/>
            <a:ext cx="4572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600" b="1" i="1" u="sng" dirty="0">
                <a:solidFill>
                  <a:schemeClr val="bg2">
                    <a:lumMod val="2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Partie Etudiant:</a:t>
            </a:r>
          </a:p>
        </p:txBody>
      </p:sp>
      <p:pic>
        <p:nvPicPr>
          <p:cNvPr id="6" name="Image 5">
            <a:extLst>
              <a:ext uri="{FF2B5EF4-FFF2-40B4-BE49-F238E27FC236}">
                <a16:creationId xmlns:a16="http://schemas.microsoft.com/office/drawing/2014/main" id="{834D7D1F-9D4F-493F-8CC5-B8B3580B51B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203598"/>
            <a:ext cx="3779912" cy="3840283"/>
          </a:xfrm>
          <a:prstGeom prst="rect">
            <a:avLst/>
          </a:prstGeom>
        </p:spPr>
      </p:pic>
      <p:pic>
        <p:nvPicPr>
          <p:cNvPr id="9" name="Image 8">
            <a:extLst>
              <a:ext uri="{FF2B5EF4-FFF2-40B4-BE49-F238E27FC236}">
                <a16:creationId xmlns:a16="http://schemas.microsoft.com/office/drawing/2014/main" id="{2C69CFDC-0062-4595-AB04-DB5B24BF9E7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46988" y="1736463"/>
            <a:ext cx="3707904" cy="326171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5538676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ZoneTexte 3">
            <a:extLst>
              <a:ext uri="{FF2B5EF4-FFF2-40B4-BE49-F238E27FC236}">
                <a16:creationId xmlns:a16="http://schemas.microsoft.com/office/drawing/2014/main" id="{92563246-D7E9-4042-BB4B-7D3504495DFA}"/>
              </a:ext>
            </a:extLst>
          </p:cNvPr>
          <p:cNvSpPr txBox="1"/>
          <p:nvPr/>
        </p:nvSpPr>
        <p:spPr>
          <a:xfrm>
            <a:off x="395536" y="411510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accent1">
                    <a:lumMod val="50000"/>
                  </a:schemeClr>
                </a:solidFill>
                <a:latin typeface="Bodoni MT Poster Compressed" panose="02070706080601050204" pitchFamily="18" charset="0"/>
              </a:rPr>
              <a:t>Partie admin:</a:t>
            </a:r>
          </a:p>
        </p:txBody>
      </p:sp>
      <p:sp>
        <p:nvSpPr>
          <p:cNvPr id="6" name="ZoneTexte 5">
            <a:extLst>
              <a:ext uri="{FF2B5EF4-FFF2-40B4-BE49-F238E27FC236}">
                <a16:creationId xmlns:a16="http://schemas.microsoft.com/office/drawing/2014/main" id="{7F5CC245-3BA5-4209-95B9-40A7780E38DA}"/>
              </a:ext>
            </a:extLst>
          </p:cNvPr>
          <p:cNvSpPr txBox="1"/>
          <p:nvPr/>
        </p:nvSpPr>
        <p:spPr>
          <a:xfrm>
            <a:off x="5724128" y="120359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bg2">
                    <a:lumMod val="2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Partie Etudiant:</a:t>
            </a:r>
          </a:p>
        </p:txBody>
      </p:sp>
      <p:pic>
        <p:nvPicPr>
          <p:cNvPr id="3" name="Image 2">
            <a:extLst>
              <a:ext uri="{FF2B5EF4-FFF2-40B4-BE49-F238E27FC236}">
                <a16:creationId xmlns:a16="http://schemas.microsoft.com/office/drawing/2014/main" id="{16990184-E3C1-4470-8A3D-00BE765EA0C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504" y="1203598"/>
            <a:ext cx="3952983" cy="3758966"/>
          </a:xfrm>
          <a:prstGeom prst="rect">
            <a:avLst/>
          </a:prstGeom>
        </p:spPr>
      </p:pic>
      <p:pic>
        <p:nvPicPr>
          <p:cNvPr id="7" name="Image 6">
            <a:extLst>
              <a:ext uri="{FF2B5EF4-FFF2-40B4-BE49-F238E27FC236}">
                <a16:creationId xmlns:a16="http://schemas.microsoft.com/office/drawing/2014/main" id="{18C335F6-0615-47F7-85A0-21360A91D32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0032" y="1739303"/>
            <a:ext cx="3952983" cy="3231650"/>
          </a:xfrm>
          <a:prstGeom prst="rect">
            <a:avLst/>
          </a:prstGeom>
        </p:spPr>
      </p:pic>
    </p:spTree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ZoneTexte 4">
            <a:extLst>
              <a:ext uri="{FF2B5EF4-FFF2-40B4-BE49-F238E27FC236}">
                <a16:creationId xmlns:a16="http://schemas.microsoft.com/office/drawing/2014/main" id="{636986FD-AD59-4983-84FD-0886273A3509}"/>
              </a:ext>
            </a:extLst>
          </p:cNvPr>
          <p:cNvSpPr txBox="1"/>
          <p:nvPr/>
        </p:nvSpPr>
        <p:spPr>
          <a:xfrm>
            <a:off x="179512" y="483518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accent1">
                    <a:lumMod val="50000"/>
                  </a:schemeClr>
                </a:solidFill>
                <a:latin typeface="Bodoni MT Poster Compressed" panose="02070706080601050204" pitchFamily="18" charset="0"/>
              </a:rPr>
              <a:t>Partie admin:</a:t>
            </a: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41C4073F-7802-4F3A-B400-55D1254C43CA}"/>
              </a:ext>
            </a:extLst>
          </p:cNvPr>
          <p:cNvSpPr txBox="1"/>
          <p:nvPr/>
        </p:nvSpPr>
        <p:spPr>
          <a:xfrm>
            <a:off x="6012160" y="915566"/>
            <a:ext cx="4572000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fr-FR" sz="3200" b="1" i="1" u="sng" dirty="0">
                <a:solidFill>
                  <a:schemeClr val="bg2">
                    <a:lumMod val="25000"/>
                  </a:schemeClr>
                </a:solidFill>
                <a:latin typeface="Arabic Typesetting" panose="03020402040406030203" pitchFamily="66" charset="-78"/>
                <a:cs typeface="Arabic Typesetting" panose="03020402040406030203" pitchFamily="66" charset="-78"/>
              </a:rPr>
              <a:t>Partie Etudiant:</a:t>
            </a:r>
          </a:p>
        </p:txBody>
      </p:sp>
      <p:pic>
        <p:nvPicPr>
          <p:cNvPr id="9" name="Image 8">
            <a:extLst>
              <a:ext uri="{FF2B5EF4-FFF2-40B4-BE49-F238E27FC236}">
                <a16:creationId xmlns:a16="http://schemas.microsoft.com/office/drawing/2014/main" id="{0DF62364-747F-4770-8675-1D277DC29B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9512" y="1419622"/>
            <a:ext cx="3816424" cy="3528392"/>
          </a:xfrm>
          <a:prstGeom prst="rect">
            <a:avLst/>
          </a:prstGeom>
        </p:spPr>
      </p:pic>
      <p:pic>
        <p:nvPicPr>
          <p:cNvPr id="11" name="Image 10">
            <a:extLst>
              <a:ext uri="{FF2B5EF4-FFF2-40B4-BE49-F238E27FC236}">
                <a16:creationId xmlns:a16="http://schemas.microsoft.com/office/drawing/2014/main" id="{9B9E65EC-E1FE-4F5F-8F57-B9E8FC5C0EEF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58542" y="1553368"/>
            <a:ext cx="4116912" cy="3394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2151052"/>
      </p:ext>
    </p:extLst>
  </p:cSld>
  <p:clrMapOvr>
    <a:masterClrMapping/>
  </p:clrMapOvr>
  <p:transition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riangle">
            <a:extLst>
              <a:ext uri="{FF2B5EF4-FFF2-40B4-BE49-F238E27FC236}">
                <a16:creationId xmlns:a16="http://schemas.microsoft.com/office/drawing/2014/main" id="{97257BF1-6FE9-4A01-BF09-F3BF8322D589}"/>
              </a:ext>
            </a:extLst>
          </p:cNvPr>
          <p:cNvSpPr/>
          <p:nvPr/>
        </p:nvSpPr>
        <p:spPr>
          <a:xfrm>
            <a:off x="4953250" y="3192138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00B050"/>
              </a:gs>
              <a:gs pos="64135">
                <a:srgbClr val="00DE64"/>
              </a:gs>
              <a:gs pos="98899">
                <a:srgbClr val="92D05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sp>
        <p:nvSpPr>
          <p:cNvPr id="23" name="Triangle">
            <a:extLst>
              <a:ext uri="{FF2B5EF4-FFF2-40B4-BE49-F238E27FC236}">
                <a16:creationId xmlns:a16="http://schemas.microsoft.com/office/drawing/2014/main" id="{EC1393AD-6AA2-4628-A20A-C5C9DD7FC56D}"/>
              </a:ext>
            </a:extLst>
          </p:cNvPr>
          <p:cNvSpPr/>
          <p:nvPr/>
        </p:nvSpPr>
        <p:spPr>
          <a:xfrm rot="10800000" flipH="1">
            <a:off x="4953250" y="4457709"/>
            <a:ext cx="557012" cy="254001"/>
          </a:xfrm>
          <a:custGeom>
            <a:avLst/>
            <a:gdLst/>
            <a:ahLst/>
            <a:cxnLst>
              <a:cxn ang="0">
                <a:pos x="wd2" y="hd2"/>
              </a:cxn>
              <a:cxn ang="5400000">
                <a:pos x="wd2" y="hd2"/>
              </a:cxn>
              <a:cxn ang="10800000">
                <a:pos x="wd2" y="hd2"/>
              </a:cxn>
              <a:cxn ang="16200000">
                <a:pos x="wd2" y="hd2"/>
              </a:cxn>
            </a:cxnLst>
            <a:rect l="0" t="0" r="r" b="b"/>
            <a:pathLst>
              <a:path w="21600" h="21600" extrusionOk="0">
                <a:moveTo>
                  <a:pt x="128" y="0"/>
                </a:moveTo>
                <a:lnTo>
                  <a:pt x="21600" y="21600"/>
                </a:lnTo>
                <a:lnTo>
                  <a:pt x="0" y="21600"/>
                </a:lnTo>
                <a:lnTo>
                  <a:pt x="128" y="0"/>
                </a:lnTo>
                <a:close/>
              </a:path>
            </a:pathLst>
          </a:custGeom>
          <a:gradFill>
            <a:gsLst>
              <a:gs pos="1890">
                <a:srgbClr val="00C459"/>
              </a:gs>
              <a:gs pos="64135">
                <a:srgbClr val="00DE64"/>
              </a:gs>
              <a:gs pos="98899">
                <a:srgbClr val="92D05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/>
          <a:lstStyle/>
          <a:p>
            <a:endParaRPr dirty="0"/>
          </a:p>
        </p:txBody>
      </p:sp>
      <p:pic>
        <p:nvPicPr>
          <p:cNvPr id="25" name="Picture1.png" descr="Picture1.png">
            <a:extLst>
              <a:ext uri="{FF2B5EF4-FFF2-40B4-BE49-F238E27FC236}">
                <a16:creationId xmlns:a16="http://schemas.microsoft.com/office/drawing/2014/main" id="{C1F1E89D-8DA6-48F6-A6C7-1C6C1A6AC3FD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47435"/>
          </a:blip>
          <a:stretch>
            <a:fillRect/>
          </a:stretch>
        </p:blipFill>
        <p:spPr>
          <a:xfrm rot="10800000">
            <a:off x="4955641" y="2544063"/>
            <a:ext cx="111410" cy="2846343"/>
          </a:xfrm>
          <a:prstGeom prst="rect">
            <a:avLst/>
          </a:prstGeom>
          <a:ln w="12700">
            <a:miter lim="400000"/>
          </a:ln>
        </p:spPr>
      </p:pic>
      <p:sp>
        <p:nvSpPr>
          <p:cNvPr id="26" name="Rectangle">
            <a:extLst>
              <a:ext uri="{FF2B5EF4-FFF2-40B4-BE49-F238E27FC236}">
                <a16:creationId xmlns:a16="http://schemas.microsoft.com/office/drawing/2014/main" id="{69920144-4446-4548-B80E-F85B27C1AE3C}"/>
              </a:ext>
            </a:extLst>
          </p:cNvPr>
          <p:cNvSpPr/>
          <p:nvPr/>
        </p:nvSpPr>
        <p:spPr>
          <a:xfrm>
            <a:off x="657927" y="3443762"/>
            <a:ext cx="4881305" cy="1013947"/>
          </a:xfrm>
          <a:prstGeom prst="rect">
            <a:avLst/>
          </a:prstGeom>
          <a:gradFill>
            <a:gsLst>
              <a:gs pos="1890">
                <a:srgbClr val="57FFA3"/>
              </a:gs>
              <a:gs pos="67000">
                <a:srgbClr val="00DE64"/>
              </a:gs>
              <a:gs pos="98899">
                <a:srgbClr val="00B050"/>
              </a:gs>
            </a:gsLst>
            <a:lin ang="2089255"/>
          </a:gradFill>
          <a:ln w="12700">
            <a:miter lim="400000"/>
          </a:ln>
        </p:spPr>
        <p:txBody>
          <a:bodyPr lIns="45717" tIns="45717" rIns="45717" bIns="45717" anchor="ctr"/>
          <a:lstStyle/>
          <a:p>
            <a:endParaRPr dirty="0"/>
          </a:p>
        </p:txBody>
      </p:sp>
      <p:sp>
        <p:nvSpPr>
          <p:cNvPr id="27" name="Oval 52">
            <a:extLst>
              <a:ext uri="{FF2B5EF4-FFF2-40B4-BE49-F238E27FC236}">
                <a16:creationId xmlns:a16="http://schemas.microsoft.com/office/drawing/2014/main" id="{AF4BE87C-EC83-49CA-A9E2-7B7491E97203}"/>
              </a:ext>
            </a:extLst>
          </p:cNvPr>
          <p:cNvSpPr/>
          <p:nvPr/>
        </p:nvSpPr>
        <p:spPr>
          <a:xfrm>
            <a:off x="145276" y="3357684"/>
            <a:ext cx="1143001" cy="1143001"/>
          </a:xfrm>
          <a:prstGeom prst="ellipse">
            <a:avLst/>
          </a:prstGeom>
          <a:gradFill>
            <a:gsLst>
              <a:gs pos="22846">
                <a:srgbClr val="FFFFFF"/>
              </a:gs>
              <a:gs pos="63322">
                <a:srgbClr val="E6EAEB"/>
              </a:gs>
              <a:gs pos="99960">
                <a:srgbClr val="CDD5D8"/>
              </a:gs>
            </a:gsLst>
            <a:lin ang="2089255"/>
          </a:gradFill>
          <a:ln w="12700">
            <a:miter lim="400000"/>
          </a:ln>
          <a:effectLst>
            <a:outerShdw blurRad="152400" dist="90035" dir="2315233" rotWithShape="0">
              <a:srgbClr val="000000">
                <a:alpha val="38297"/>
              </a:srgbClr>
            </a:outerShdw>
          </a:effectLst>
        </p:spPr>
        <p:txBody>
          <a:bodyPr lIns="45717" tIns="45717" rIns="45717" bIns="45717" anchor="ctr"/>
          <a:lstStyle/>
          <a:p>
            <a:endParaRPr/>
          </a:p>
        </p:txBody>
      </p:sp>
      <p:sp>
        <p:nvSpPr>
          <p:cNvPr id="29" name="TextBox 34">
            <a:extLst>
              <a:ext uri="{FF2B5EF4-FFF2-40B4-BE49-F238E27FC236}">
                <a16:creationId xmlns:a16="http://schemas.microsoft.com/office/drawing/2014/main" id="{7FD7D5F7-8761-4C6E-84C8-6A1817828825}"/>
              </a:ext>
            </a:extLst>
          </p:cNvPr>
          <p:cNvSpPr txBox="1"/>
          <p:nvPr/>
        </p:nvSpPr>
        <p:spPr>
          <a:xfrm>
            <a:off x="1372288" y="3727575"/>
            <a:ext cx="3321614" cy="415492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2100"/>
            </a:lvl1pPr>
          </a:lstStyle>
          <a:p>
            <a:r>
              <a:rPr lang="fr-FR" dirty="0">
                <a:solidFill>
                  <a:schemeClr val="bg1"/>
                </a:solidFill>
              </a:rPr>
              <a:t>Conclusion et Perspectives</a:t>
            </a:r>
            <a:endParaRPr dirty="0">
              <a:solidFill>
                <a:schemeClr val="bg1"/>
              </a:solidFill>
            </a:endParaRPr>
          </a:p>
        </p:txBody>
      </p:sp>
      <p:sp>
        <p:nvSpPr>
          <p:cNvPr id="30" name="TextBox 36">
            <a:extLst>
              <a:ext uri="{FF2B5EF4-FFF2-40B4-BE49-F238E27FC236}">
                <a16:creationId xmlns:a16="http://schemas.microsoft.com/office/drawing/2014/main" id="{ED650ADF-6ED1-47B8-8490-6C7F1D8012F4}"/>
              </a:ext>
            </a:extLst>
          </p:cNvPr>
          <p:cNvSpPr txBox="1"/>
          <p:nvPr/>
        </p:nvSpPr>
        <p:spPr>
          <a:xfrm>
            <a:off x="436420" y="3581587"/>
            <a:ext cx="723753" cy="64632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7" tIns="45717" rIns="45717" bIns="45717">
            <a:spAutoFit/>
          </a:bodyPr>
          <a:lstStyle>
            <a:lvl1pPr>
              <a:defRPr sz="3600">
                <a:solidFill>
                  <a:srgbClr val="D82679"/>
                </a:solidFill>
                <a:latin typeface="Impact"/>
                <a:ea typeface="Impact"/>
                <a:cs typeface="Impact"/>
                <a:sym typeface="Impact"/>
              </a:defRPr>
            </a:lvl1pPr>
          </a:lstStyle>
          <a:p>
            <a:r>
              <a:rPr lang="fr-FR" dirty="0">
                <a:solidFill>
                  <a:srgbClr val="00C459"/>
                </a:solidFill>
              </a:rPr>
              <a:t>08</a:t>
            </a:r>
            <a:endParaRPr dirty="0">
              <a:solidFill>
                <a:srgbClr val="00C459"/>
              </a:solidFill>
            </a:endParaRPr>
          </a:p>
        </p:txBody>
      </p:sp>
      <p:sp>
        <p:nvSpPr>
          <p:cNvPr id="10" name="Freeform 303">
            <a:extLst>
              <a:ext uri="{FF2B5EF4-FFF2-40B4-BE49-F238E27FC236}">
                <a16:creationId xmlns:a16="http://schemas.microsoft.com/office/drawing/2014/main" id="{FAB0F6E9-47C7-4708-811B-87F1AB6BFDA2}"/>
              </a:ext>
            </a:extLst>
          </p:cNvPr>
          <p:cNvSpPr>
            <a:spLocks noEditPoints="1"/>
          </p:cNvSpPr>
          <p:nvPr/>
        </p:nvSpPr>
        <p:spPr bwMode="auto">
          <a:xfrm>
            <a:off x="4875633" y="3779981"/>
            <a:ext cx="382836" cy="351880"/>
          </a:xfrm>
          <a:custGeom>
            <a:avLst/>
            <a:gdLst>
              <a:gd name="T0" fmla="*/ 45 w 45"/>
              <a:gd name="T1" fmla="*/ 13 h 41"/>
              <a:gd name="T2" fmla="*/ 31 w 45"/>
              <a:gd name="T3" fmla="*/ 24 h 41"/>
              <a:gd name="T4" fmla="*/ 28 w 45"/>
              <a:gd name="T5" fmla="*/ 26 h 41"/>
              <a:gd name="T6" fmla="*/ 26 w 45"/>
              <a:gd name="T7" fmla="*/ 31 h 41"/>
              <a:gd name="T8" fmla="*/ 30 w 45"/>
              <a:gd name="T9" fmla="*/ 34 h 41"/>
              <a:gd name="T10" fmla="*/ 35 w 45"/>
              <a:gd name="T11" fmla="*/ 39 h 41"/>
              <a:gd name="T12" fmla="*/ 35 w 45"/>
              <a:gd name="T13" fmla="*/ 40 h 41"/>
              <a:gd name="T14" fmla="*/ 34 w 45"/>
              <a:gd name="T15" fmla="*/ 41 h 41"/>
              <a:gd name="T16" fmla="*/ 12 w 45"/>
              <a:gd name="T17" fmla="*/ 41 h 41"/>
              <a:gd name="T18" fmla="*/ 11 w 45"/>
              <a:gd name="T19" fmla="*/ 40 h 41"/>
              <a:gd name="T20" fmla="*/ 11 w 45"/>
              <a:gd name="T21" fmla="*/ 39 h 41"/>
              <a:gd name="T22" fmla="*/ 16 w 45"/>
              <a:gd name="T23" fmla="*/ 34 h 41"/>
              <a:gd name="T24" fmla="*/ 19 w 45"/>
              <a:gd name="T25" fmla="*/ 31 h 41"/>
              <a:gd name="T26" fmla="*/ 18 w 45"/>
              <a:gd name="T27" fmla="*/ 26 h 41"/>
              <a:gd name="T28" fmla="*/ 15 w 45"/>
              <a:gd name="T29" fmla="*/ 24 h 41"/>
              <a:gd name="T30" fmla="*/ 0 w 45"/>
              <a:gd name="T31" fmla="*/ 13 h 41"/>
              <a:gd name="T32" fmla="*/ 0 w 45"/>
              <a:gd name="T33" fmla="*/ 9 h 41"/>
              <a:gd name="T34" fmla="*/ 3 w 45"/>
              <a:gd name="T35" fmla="*/ 7 h 41"/>
              <a:gd name="T36" fmla="*/ 11 w 45"/>
              <a:gd name="T37" fmla="*/ 7 h 41"/>
              <a:gd name="T38" fmla="*/ 11 w 45"/>
              <a:gd name="T39" fmla="*/ 4 h 41"/>
              <a:gd name="T40" fmla="*/ 15 w 45"/>
              <a:gd name="T41" fmla="*/ 0 h 41"/>
              <a:gd name="T42" fmla="*/ 31 w 45"/>
              <a:gd name="T43" fmla="*/ 0 h 41"/>
              <a:gd name="T44" fmla="*/ 35 w 45"/>
              <a:gd name="T45" fmla="*/ 4 h 41"/>
              <a:gd name="T46" fmla="*/ 35 w 45"/>
              <a:gd name="T47" fmla="*/ 7 h 41"/>
              <a:gd name="T48" fmla="*/ 43 w 45"/>
              <a:gd name="T49" fmla="*/ 7 h 41"/>
              <a:gd name="T50" fmla="*/ 45 w 45"/>
              <a:gd name="T51" fmla="*/ 9 h 41"/>
              <a:gd name="T52" fmla="*/ 45 w 45"/>
              <a:gd name="T53" fmla="*/ 13 h 41"/>
              <a:gd name="T54" fmla="*/ 11 w 45"/>
              <a:gd name="T55" fmla="*/ 10 h 41"/>
              <a:gd name="T56" fmla="*/ 4 w 45"/>
              <a:gd name="T57" fmla="*/ 10 h 41"/>
              <a:gd name="T58" fmla="*/ 4 w 45"/>
              <a:gd name="T59" fmla="*/ 13 h 41"/>
              <a:gd name="T60" fmla="*/ 13 w 45"/>
              <a:gd name="T61" fmla="*/ 20 h 41"/>
              <a:gd name="T62" fmla="*/ 11 w 45"/>
              <a:gd name="T63" fmla="*/ 10 h 41"/>
              <a:gd name="T64" fmla="*/ 42 w 45"/>
              <a:gd name="T65" fmla="*/ 10 h 41"/>
              <a:gd name="T66" fmla="*/ 35 w 45"/>
              <a:gd name="T67" fmla="*/ 10 h 41"/>
              <a:gd name="T68" fmla="*/ 33 w 45"/>
              <a:gd name="T69" fmla="*/ 20 h 41"/>
              <a:gd name="T70" fmla="*/ 42 w 45"/>
              <a:gd name="T71" fmla="*/ 13 h 41"/>
              <a:gd name="T72" fmla="*/ 42 w 45"/>
              <a:gd name="T73" fmla="*/ 10 h 41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</a:cxnLst>
            <a:rect l="0" t="0" r="r" b="b"/>
            <a:pathLst>
              <a:path w="45" h="41">
                <a:moveTo>
                  <a:pt x="45" y="13"/>
                </a:moveTo>
                <a:cubicBezTo>
                  <a:pt x="45" y="18"/>
                  <a:pt x="39" y="24"/>
                  <a:pt x="31" y="24"/>
                </a:cubicBezTo>
                <a:cubicBezTo>
                  <a:pt x="29" y="25"/>
                  <a:pt x="28" y="26"/>
                  <a:pt x="28" y="26"/>
                </a:cubicBezTo>
                <a:cubicBezTo>
                  <a:pt x="27" y="28"/>
                  <a:pt x="26" y="29"/>
                  <a:pt x="26" y="31"/>
                </a:cubicBezTo>
                <a:cubicBezTo>
                  <a:pt x="26" y="33"/>
                  <a:pt x="27" y="34"/>
                  <a:pt x="30" y="34"/>
                </a:cubicBezTo>
                <a:cubicBezTo>
                  <a:pt x="32" y="34"/>
                  <a:pt x="35" y="36"/>
                  <a:pt x="35" y="39"/>
                </a:cubicBezTo>
                <a:cubicBezTo>
                  <a:pt x="35" y="40"/>
                  <a:pt x="35" y="40"/>
                  <a:pt x="35" y="40"/>
                </a:cubicBezTo>
                <a:cubicBezTo>
                  <a:pt x="35" y="41"/>
                  <a:pt x="34" y="41"/>
                  <a:pt x="34" y="41"/>
                </a:cubicBezTo>
                <a:cubicBezTo>
                  <a:pt x="12" y="41"/>
                  <a:pt x="12" y="41"/>
                  <a:pt x="12" y="41"/>
                </a:cubicBezTo>
                <a:cubicBezTo>
                  <a:pt x="11" y="41"/>
                  <a:pt x="11" y="41"/>
                  <a:pt x="11" y="40"/>
                </a:cubicBezTo>
                <a:cubicBezTo>
                  <a:pt x="11" y="39"/>
                  <a:pt x="11" y="39"/>
                  <a:pt x="11" y="39"/>
                </a:cubicBezTo>
                <a:cubicBezTo>
                  <a:pt x="11" y="36"/>
                  <a:pt x="13" y="34"/>
                  <a:pt x="16" y="34"/>
                </a:cubicBezTo>
                <a:cubicBezTo>
                  <a:pt x="19" y="34"/>
                  <a:pt x="19" y="33"/>
                  <a:pt x="19" y="31"/>
                </a:cubicBezTo>
                <a:cubicBezTo>
                  <a:pt x="19" y="29"/>
                  <a:pt x="19" y="28"/>
                  <a:pt x="18" y="26"/>
                </a:cubicBezTo>
                <a:cubicBezTo>
                  <a:pt x="17" y="26"/>
                  <a:pt x="16" y="25"/>
                  <a:pt x="15" y="24"/>
                </a:cubicBezTo>
                <a:cubicBezTo>
                  <a:pt x="7" y="24"/>
                  <a:pt x="0" y="18"/>
                  <a:pt x="0" y="13"/>
                </a:cubicBezTo>
                <a:cubicBezTo>
                  <a:pt x="0" y="9"/>
                  <a:pt x="0" y="9"/>
                  <a:pt x="0" y="9"/>
                </a:cubicBezTo>
                <a:cubicBezTo>
                  <a:pt x="0" y="8"/>
                  <a:pt x="2" y="7"/>
                  <a:pt x="3" y="7"/>
                </a:cubicBezTo>
                <a:cubicBezTo>
                  <a:pt x="11" y="7"/>
                  <a:pt x="11" y="7"/>
                  <a:pt x="11" y="7"/>
                </a:cubicBezTo>
                <a:cubicBezTo>
                  <a:pt x="11" y="4"/>
                  <a:pt x="11" y="4"/>
                  <a:pt x="11" y="4"/>
                </a:cubicBezTo>
                <a:cubicBezTo>
                  <a:pt x="11" y="2"/>
                  <a:pt x="13" y="0"/>
                  <a:pt x="15" y="0"/>
                </a:cubicBezTo>
                <a:cubicBezTo>
                  <a:pt x="31" y="0"/>
                  <a:pt x="31" y="0"/>
                  <a:pt x="31" y="0"/>
                </a:cubicBezTo>
                <a:cubicBezTo>
                  <a:pt x="33" y="0"/>
                  <a:pt x="35" y="2"/>
                  <a:pt x="35" y="4"/>
                </a:cubicBezTo>
                <a:cubicBezTo>
                  <a:pt x="35" y="7"/>
                  <a:pt x="35" y="7"/>
                  <a:pt x="35" y="7"/>
                </a:cubicBezTo>
                <a:cubicBezTo>
                  <a:pt x="43" y="7"/>
                  <a:pt x="43" y="7"/>
                  <a:pt x="43" y="7"/>
                </a:cubicBezTo>
                <a:cubicBezTo>
                  <a:pt x="44" y="7"/>
                  <a:pt x="45" y="8"/>
                  <a:pt x="45" y="9"/>
                </a:cubicBezTo>
                <a:lnTo>
                  <a:pt x="45" y="13"/>
                </a:lnTo>
                <a:close/>
                <a:moveTo>
                  <a:pt x="11" y="10"/>
                </a:moveTo>
                <a:cubicBezTo>
                  <a:pt x="4" y="10"/>
                  <a:pt x="4" y="10"/>
                  <a:pt x="4" y="10"/>
                </a:cubicBezTo>
                <a:cubicBezTo>
                  <a:pt x="4" y="13"/>
                  <a:pt x="4" y="13"/>
                  <a:pt x="4" y="13"/>
                </a:cubicBezTo>
                <a:cubicBezTo>
                  <a:pt x="4" y="15"/>
                  <a:pt x="7" y="19"/>
                  <a:pt x="13" y="20"/>
                </a:cubicBezTo>
                <a:cubicBezTo>
                  <a:pt x="12" y="18"/>
                  <a:pt x="11" y="14"/>
                  <a:pt x="11" y="10"/>
                </a:cubicBezTo>
                <a:close/>
                <a:moveTo>
                  <a:pt x="42" y="10"/>
                </a:moveTo>
                <a:cubicBezTo>
                  <a:pt x="35" y="10"/>
                  <a:pt x="35" y="10"/>
                  <a:pt x="35" y="10"/>
                </a:cubicBezTo>
                <a:cubicBezTo>
                  <a:pt x="35" y="14"/>
                  <a:pt x="34" y="18"/>
                  <a:pt x="33" y="20"/>
                </a:cubicBezTo>
                <a:cubicBezTo>
                  <a:pt x="38" y="19"/>
                  <a:pt x="42" y="15"/>
                  <a:pt x="42" y="13"/>
                </a:cubicBezTo>
                <a:lnTo>
                  <a:pt x="42" y="1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vert="horz" wrap="square" lIns="91438" tIns="45719" rIns="91438" bIns="45719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6582568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6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2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5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53" presetClass="entr" presetSubtype="1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55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1" dur="5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1" grpId="0" animBg="1"/>
      <p:bldP spid="23" grpId="0" animBg="1"/>
      <p:bldP spid="26" grpId="0" animBg="1"/>
      <p:bldP spid="27" grpId="0" animBg="1"/>
      <p:bldP spid="29" grpId="0" animBg="1"/>
      <p:bldP spid="30" grpId="0" animBg="1"/>
      <p:bldP spid="10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ie 26"/>
          <p:cNvSpPr/>
          <p:nvPr/>
        </p:nvSpPr>
        <p:spPr>
          <a:xfrm rot="2436950">
            <a:off x="3639723" y="1240009"/>
            <a:ext cx="1454569" cy="1345876"/>
          </a:xfrm>
          <a:prstGeom prst="pieWedge">
            <a:avLst/>
          </a:prstGeom>
          <a:solidFill>
            <a:srgbClr val="0070C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2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" name="Pie 27"/>
          <p:cNvSpPr/>
          <p:nvPr/>
        </p:nvSpPr>
        <p:spPr>
          <a:xfrm rot="8354601">
            <a:off x="4831479" y="2458206"/>
            <a:ext cx="1345877" cy="1454569"/>
          </a:xfrm>
          <a:prstGeom prst="pieWedge">
            <a:avLst/>
          </a:prstGeom>
          <a:solidFill>
            <a:srgbClr val="7030A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3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6" name="Pie 28"/>
          <p:cNvSpPr/>
          <p:nvPr/>
        </p:nvSpPr>
        <p:spPr>
          <a:xfrm rot="18489890">
            <a:off x="2812299" y="2436813"/>
            <a:ext cx="1345876" cy="1454569"/>
          </a:xfrm>
          <a:prstGeom prst="pieWedge">
            <a:avLst/>
          </a:prstGeom>
          <a:solidFill>
            <a:srgbClr val="FFC000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5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7" name="TextBox 33"/>
          <p:cNvSpPr txBox="1"/>
          <p:nvPr/>
        </p:nvSpPr>
        <p:spPr>
          <a:xfrm>
            <a:off x="2928926" y="357172"/>
            <a:ext cx="5099458" cy="843265"/>
          </a:xfrm>
          <a:prstGeom prst="rect">
            <a:avLst/>
          </a:prstGeom>
          <a:noFill/>
        </p:spPr>
        <p:txBody>
          <a:bodyPr wrap="square" lIns="164551" tIns="82275" rIns="164551" bIns="82275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FR" sz="2000" b="1" dirty="0"/>
              <a:t>La plateforme répond aux besoins des étudiants.</a:t>
            </a:r>
          </a:p>
        </p:txBody>
      </p:sp>
      <p:sp>
        <p:nvSpPr>
          <p:cNvPr id="8" name="Oval 34"/>
          <p:cNvSpPr/>
          <p:nvPr/>
        </p:nvSpPr>
        <p:spPr bwMode="auto">
          <a:xfrm>
            <a:off x="1928794" y="500048"/>
            <a:ext cx="628911" cy="581916"/>
          </a:xfrm>
          <a:prstGeom prst="ellipse">
            <a:avLst/>
          </a:prstGeom>
          <a:solidFill>
            <a:srgbClr val="0070C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177">
              <a:defRPr/>
            </a:pPr>
            <a:endParaRPr lang="en-US" sz="1350" dirty="0">
              <a:latin typeface="Lato Light"/>
            </a:endParaRPr>
          </a:p>
        </p:txBody>
      </p:sp>
      <p:sp>
        <p:nvSpPr>
          <p:cNvPr id="9" name="Oval 36"/>
          <p:cNvSpPr/>
          <p:nvPr/>
        </p:nvSpPr>
        <p:spPr bwMode="auto">
          <a:xfrm>
            <a:off x="1428728" y="3196549"/>
            <a:ext cx="628911" cy="581916"/>
          </a:xfrm>
          <a:prstGeom prst="ellipse">
            <a:avLst/>
          </a:prstGeom>
          <a:solidFill>
            <a:srgbClr val="FFC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914177">
              <a:defRPr/>
            </a:pPr>
            <a:endParaRPr lang="en-US" sz="2000" dirty="0">
              <a:latin typeface="Lato Light"/>
            </a:endParaRPr>
          </a:p>
        </p:txBody>
      </p:sp>
      <p:sp>
        <p:nvSpPr>
          <p:cNvPr id="10" name="Freeform 102"/>
          <p:cNvSpPr>
            <a:spLocks noChangeArrowheads="1"/>
          </p:cNvSpPr>
          <p:nvPr/>
        </p:nvSpPr>
        <p:spPr bwMode="auto">
          <a:xfrm>
            <a:off x="1571604" y="3377659"/>
            <a:ext cx="320844" cy="265273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1" name="Freeform 37"/>
          <p:cNvSpPr>
            <a:spLocks noEditPoints="1"/>
          </p:cNvSpPr>
          <p:nvPr/>
        </p:nvSpPr>
        <p:spPr bwMode="auto">
          <a:xfrm>
            <a:off x="2143108" y="642924"/>
            <a:ext cx="346328" cy="297968"/>
          </a:xfrm>
          <a:custGeom>
            <a:avLst/>
            <a:gdLst>
              <a:gd name="T0" fmla="*/ 244 w 256"/>
              <a:gd name="T1" fmla="*/ 224 h 224"/>
              <a:gd name="T2" fmla="*/ 12 w 256"/>
              <a:gd name="T3" fmla="*/ 224 h 224"/>
              <a:gd name="T4" fmla="*/ 0 w 256"/>
              <a:gd name="T5" fmla="*/ 212 h 224"/>
              <a:gd name="T6" fmla="*/ 0 w 256"/>
              <a:gd name="T7" fmla="*/ 12 h 224"/>
              <a:gd name="T8" fmla="*/ 12 w 256"/>
              <a:gd name="T9" fmla="*/ 0 h 224"/>
              <a:gd name="T10" fmla="*/ 244 w 256"/>
              <a:gd name="T11" fmla="*/ 0 h 224"/>
              <a:gd name="T12" fmla="*/ 256 w 256"/>
              <a:gd name="T13" fmla="*/ 12 h 224"/>
              <a:gd name="T14" fmla="*/ 256 w 256"/>
              <a:gd name="T15" fmla="*/ 212 h 224"/>
              <a:gd name="T16" fmla="*/ 244 w 256"/>
              <a:gd name="T17" fmla="*/ 224 h 224"/>
              <a:gd name="T18" fmla="*/ 196 w 256"/>
              <a:gd name="T19" fmla="*/ 212 h 224"/>
              <a:gd name="T20" fmla="*/ 244 w 256"/>
              <a:gd name="T21" fmla="*/ 212 h 224"/>
              <a:gd name="T22" fmla="*/ 244 w 256"/>
              <a:gd name="T23" fmla="*/ 108 h 224"/>
              <a:gd name="T24" fmla="*/ 240 w 256"/>
              <a:gd name="T25" fmla="*/ 108 h 224"/>
              <a:gd name="T26" fmla="*/ 196 w 256"/>
              <a:gd name="T27" fmla="*/ 108 h 224"/>
              <a:gd name="T28" fmla="*/ 196 w 256"/>
              <a:gd name="T29" fmla="*/ 212 h 224"/>
              <a:gd name="T30" fmla="*/ 72 w 256"/>
              <a:gd name="T31" fmla="*/ 212 h 224"/>
              <a:gd name="T32" fmla="*/ 184 w 256"/>
              <a:gd name="T33" fmla="*/ 212 h 224"/>
              <a:gd name="T34" fmla="*/ 184 w 256"/>
              <a:gd name="T35" fmla="*/ 108 h 224"/>
              <a:gd name="T36" fmla="*/ 72 w 256"/>
              <a:gd name="T37" fmla="*/ 108 h 224"/>
              <a:gd name="T38" fmla="*/ 72 w 256"/>
              <a:gd name="T39" fmla="*/ 212 h 224"/>
              <a:gd name="T40" fmla="*/ 12 w 256"/>
              <a:gd name="T41" fmla="*/ 212 h 224"/>
              <a:gd name="T42" fmla="*/ 60 w 256"/>
              <a:gd name="T43" fmla="*/ 212 h 224"/>
              <a:gd name="T44" fmla="*/ 60 w 256"/>
              <a:gd name="T45" fmla="*/ 108 h 224"/>
              <a:gd name="T46" fmla="*/ 12 w 256"/>
              <a:gd name="T47" fmla="*/ 108 h 224"/>
              <a:gd name="T48" fmla="*/ 12 w 256"/>
              <a:gd name="T49" fmla="*/ 212 h 224"/>
              <a:gd name="T50" fmla="*/ 24 w 256"/>
              <a:gd name="T51" fmla="*/ 12 h 224"/>
              <a:gd name="T52" fmla="*/ 12 w 256"/>
              <a:gd name="T53" fmla="*/ 24 h 224"/>
              <a:gd name="T54" fmla="*/ 24 w 256"/>
              <a:gd name="T55" fmla="*/ 36 h 224"/>
              <a:gd name="T56" fmla="*/ 36 w 256"/>
              <a:gd name="T57" fmla="*/ 24 h 224"/>
              <a:gd name="T58" fmla="*/ 24 w 256"/>
              <a:gd name="T59" fmla="*/ 12 h 224"/>
              <a:gd name="T60" fmla="*/ 60 w 256"/>
              <a:gd name="T61" fmla="*/ 12 h 224"/>
              <a:gd name="T62" fmla="*/ 48 w 256"/>
              <a:gd name="T63" fmla="*/ 24 h 224"/>
              <a:gd name="T64" fmla="*/ 60 w 256"/>
              <a:gd name="T65" fmla="*/ 36 h 224"/>
              <a:gd name="T66" fmla="*/ 72 w 256"/>
              <a:gd name="T67" fmla="*/ 24 h 224"/>
              <a:gd name="T68" fmla="*/ 60 w 256"/>
              <a:gd name="T69" fmla="*/ 12 h 224"/>
              <a:gd name="T70" fmla="*/ 96 w 256"/>
              <a:gd name="T71" fmla="*/ 12 h 224"/>
              <a:gd name="T72" fmla="*/ 84 w 256"/>
              <a:gd name="T73" fmla="*/ 24 h 224"/>
              <a:gd name="T74" fmla="*/ 96 w 256"/>
              <a:gd name="T75" fmla="*/ 36 h 224"/>
              <a:gd name="T76" fmla="*/ 108 w 256"/>
              <a:gd name="T77" fmla="*/ 24 h 224"/>
              <a:gd name="T78" fmla="*/ 96 w 256"/>
              <a:gd name="T79" fmla="*/ 12 h 224"/>
              <a:gd name="T80" fmla="*/ 232 w 256"/>
              <a:gd name="T81" fmla="*/ 48 h 224"/>
              <a:gd name="T82" fmla="*/ 24 w 256"/>
              <a:gd name="T83" fmla="*/ 48 h 224"/>
              <a:gd name="T84" fmla="*/ 12 w 256"/>
              <a:gd name="T85" fmla="*/ 48 h 224"/>
              <a:gd name="T86" fmla="*/ 12 w 256"/>
              <a:gd name="T87" fmla="*/ 96 h 224"/>
              <a:gd name="T88" fmla="*/ 60 w 256"/>
              <a:gd name="T89" fmla="*/ 96 h 224"/>
              <a:gd name="T90" fmla="*/ 72 w 256"/>
              <a:gd name="T91" fmla="*/ 96 h 224"/>
              <a:gd name="T92" fmla="*/ 184 w 256"/>
              <a:gd name="T93" fmla="*/ 96 h 224"/>
              <a:gd name="T94" fmla="*/ 196 w 256"/>
              <a:gd name="T95" fmla="*/ 96 h 224"/>
              <a:gd name="T96" fmla="*/ 240 w 256"/>
              <a:gd name="T97" fmla="*/ 96 h 224"/>
              <a:gd name="T98" fmla="*/ 244 w 256"/>
              <a:gd name="T99" fmla="*/ 96 h 224"/>
              <a:gd name="T100" fmla="*/ 244 w 256"/>
              <a:gd name="T101" fmla="*/ 48 h 224"/>
              <a:gd name="T102" fmla="*/ 232 w 256"/>
              <a:gd name="T103" fmla="*/ 48 h 22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0" y="108"/>
                  <a:pt x="240" y="108"/>
                  <a:pt x="240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7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40" y="96"/>
                  <a:pt x="240" y="96"/>
                  <a:pt x="240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82833" tIns="91417" rIns="182833" bIns="91417"/>
          <a:lstStyle/>
          <a:p>
            <a:endParaRPr lang="en-US" sz="2000">
              <a:latin typeface="Calibri Light"/>
            </a:endParaRPr>
          </a:p>
        </p:txBody>
      </p:sp>
      <p:sp>
        <p:nvSpPr>
          <p:cNvPr id="12" name="TextBox 56"/>
          <p:cNvSpPr txBox="1"/>
          <p:nvPr/>
        </p:nvSpPr>
        <p:spPr>
          <a:xfrm>
            <a:off x="5718019" y="4064621"/>
            <a:ext cx="2958437" cy="978687"/>
          </a:xfrm>
          <a:prstGeom prst="rect">
            <a:avLst/>
          </a:prstGeom>
          <a:noFill/>
        </p:spPr>
        <p:txBody>
          <a:bodyPr wrap="square" lIns="164551" tIns="82275" rIns="164551" bIns="82275" rtlCol="0">
            <a:spAutoFit/>
          </a:bodyPr>
          <a:lstStyle/>
          <a:p>
            <a:pPr lvl="0">
              <a:lnSpc>
                <a:spcPct val="110000"/>
              </a:lnSpc>
            </a:pPr>
            <a:r>
              <a:rPr lang="fr-FR" sz="1600" b="1" dirty="0"/>
              <a:t>Ajouter des fonctionnalités avancées (chat en direct, </a:t>
            </a:r>
          </a:p>
          <a:p>
            <a:pPr lvl="0">
              <a:lnSpc>
                <a:spcPct val="110000"/>
              </a:lnSpc>
            </a:pPr>
            <a:r>
              <a:rPr lang="fr-FR" sz="1600" b="1" dirty="0"/>
              <a:t>certifications).</a:t>
            </a:r>
          </a:p>
        </p:txBody>
      </p:sp>
      <p:sp>
        <p:nvSpPr>
          <p:cNvPr id="13" name="TextBox 58"/>
          <p:cNvSpPr txBox="1"/>
          <p:nvPr/>
        </p:nvSpPr>
        <p:spPr>
          <a:xfrm>
            <a:off x="0" y="4000510"/>
            <a:ext cx="3857620" cy="621731"/>
          </a:xfrm>
          <a:prstGeom prst="rect">
            <a:avLst/>
          </a:prstGeom>
          <a:noFill/>
        </p:spPr>
        <p:txBody>
          <a:bodyPr wrap="square" lIns="164551" tIns="82275" rIns="164551" bIns="82275" rtlCol="0">
            <a:spAutoFit/>
          </a:bodyPr>
          <a:lstStyle/>
          <a:p>
            <a:pPr lvl="0" algn="just">
              <a:lnSpc>
                <a:spcPct val="110000"/>
              </a:lnSpc>
            </a:pPr>
            <a:r>
              <a:rPr lang="fr-FR" sz="1400" b="1" dirty="0"/>
              <a:t>Elle offre une solution complète pour </a:t>
            </a:r>
          </a:p>
          <a:p>
            <a:pPr lvl="0" algn="just">
              <a:lnSpc>
                <a:spcPct val="110000"/>
              </a:lnSpc>
            </a:pPr>
            <a:r>
              <a:rPr lang="fr-FR" sz="1400" b="1" dirty="0"/>
              <a:t>l'apprentissage en ligne</a:t>
            </a:r>
          </a:p>
        </p:txBody>
      </p:sp>
      <p:sp>
        <p:nvSpPr>
          <p:cNvPr id="14" name="Freeform 102"/>
          <p:cNvSpPr>
            <a:spLocks noChangeArrowheads="1"/>
          </p:cNvSpPr>
          <p:nvPr/>
        </p:nvSpPr>
        <p:spPr bwMode="auto">
          <a:xfrm>
            <a:off x="3468767" y="2928940"/>
            <a:ext cx="456096" cy="396353"/>
          </a:xfrm>
          <a:custGeom>
            <a:avLst/>
            <a:gdLst>
              <a:gd name="T0" fmla="*/ 80 w 498"/>
              <a:gd name="T1" fmla="*/ 151 h 445"/>
              <a:gd name="T2" fmla="*/ 80 w 498"/>
              <a:gd name="T3" fmla="*/ 151 h 445"/>
              <a:gd name="T4" fmla="*/ 142 w 498"/>
              <a:gd name="T5" fmla="*/ 169 h 445"/>
              <a:gd name="T6" fmla="*/ 151 w 498"/>
              <a:gd name="T7" fmla="*/ 169 h 445"/>
              <a:gd name="T8" fmla="*/ 195 w 498"/>
              <a:gd name="T9" fmla="*/ 134 h 445"/>
              <a:gd name="T10" fmla="*/ 195 w 498"/>
              <a:gd name="T11" fmla="*/ 125 h 445"/>
              <a:gd name="T12" fmla="*/ 178 w 498"/>
              <a:gd name="T13" fmla="*/ 107 h 445"/>
              <a:gd name="T14" fmla="*/ 275 w 498"/>
              <a:gd name="T15" fmla="*/ 10 h 445"/>
              <a:gd name="T16" fmla="*/ 195 w 498"/>
              <a:gd name="T17" fmla="*/ 0 h 445"/>
              <a:gd name="T18" fmla="*/ 107 w 498"/>
              <a:gd name="T19" fmla="*/ 54 h 445"/>
              <a:gd name="T20" fmla="*/ 72 w 498"/>
              <a:gd name="T21" fmla="*/ 81 h 445"/>
              <a:gd name="T22" fmla="*/ 53 w 498"/>
              <a:gd name="T23" fmla="*/ 116 h 445"/>
              <a:gd name="T24" fmla="*/ 18 w 498"/>
              <a:gd name="T25" fmla="*/ 125 h 445"/>
              <a:gd name="T26" fmla="*/ 0 w 498"/>
              <a:gd name="T27" fmla="*/ 143 h 445"/>
              <a:gd name="T28" fmla="*/ 0 w 498"/>
              <a:gd name="T29" fmla="*/ 151 h 445"/>
              <a:gd name="T30" fmla="*/ 36 w 498"/>
              <a:gd name="T31" fmla="*/ 187 h 445"/>
              <a:gd name="T32" fmla="*/ 53 w 498"/>
              <a:gd name="T33" fmla="*/ 196 h 445"/>
              <a:gd name="T34" fmla="*/ 72 w 498"/>
              <a:gd name="T35" fmla="*/ 178 h 445"/>
              <a:gd name="T36" fmla="*/ 80 w 498"/>
              <a:gd name="T37" fmla="*/ 151 h 445"/>
              <a:gd name="T38" fmla="*/ 222 w 498"/>
              <a:gd name="T39" fmla="*/ 160 h 445"/>
              <a:gd name="T40" fmla="*/ 222 w 498"/>
              <a:gd name="T41" fmla="*/ 160 h 445"/>
              <a:gd name="T42" fmla="*/ 213 w 498"/>
              <a:gd name="T43" fmla="*/ 160 h 445"/>
              <a:gd name="T44" fmla="*/ 178 w 498"/>
              <a:gd name="T45" fmla="*/ 187 h 445"/>
              <a:gd name="T46" fmla="*/ 169 w 498"/>
              <a:gd name="T47" fmla="*/ 204 h 445"/>
              <a:gd name="T48" fmla="*/ 381 w 498"/>
              <a:gd name="T49" fmla="*/ 435 h 445"/>
              <a:gd name="T50" fmla="*/ 399 w 498"/>
              <a:gd name="T51" fmla="*/ 435 h 445"/>
              <a:gd name="T52" fmla="*/ 426 w 498"/>
              <a:gd name="T53" fmla="*/ 417 h 445"/>
              <a:gd name="T54" fmla="*/ 426 w 498"/>
              <a:gd name="T55" fmla="*/ 400 h 445"/>
              <a:gd name="T56" fmla="*/ 222 w 498"/>
              <a:gd name="T57" fmla="*/ 160 h 445"/>
              <a:gd name="T58" fmla="*/ 497 w 498"/>
              <a:gd name="T59" fmla="*/ 63 h 445"/>
              <a:gd name="T60" fmla="*/ 497 w 498"/>
              <a:gd name="T61" fmla="*/ 63 h 445"/>
              <a:gd name="T62" fmla="*/ 479 w 498"/>
              <a:gd name="T63" fmla="*/ 54 h 445"/>
              <a:gd name="T64" fmla="*/ 461 w 498"/>
              <a:gd name="T65" fmla="*/ 89 h 445"/>
              <a:gd name="T66" fmla="*/ 408 w 498"/>
              <a:gd name="T67" fmla="*/ 107 h 445"/>
              <a:gd name="T68" fmla="*/ 399 w 498"/>
              <a:gd name="T69" fmla="*/ 63 h 445"/>
              <a:gd name="T70" fmla="*/ 417 w 498"/>
              <a:gd name="T71" fmla="*/ 19 h 445"/>
              <a:gd name="T72" fmla="*/ 408 w 498"/>
              <a:gd name="T73" fmla="*/ 10 h 445"/>
              <a:gd name="T74" fmla="*/ 337 w 498"/>
              <a:gd name="T75" fmla="*/ 72 h 445"/>
              <a:gd name="T76" fmla="*/ 319 w 498"/>
              <a:gd name="T77" fmla="*/ 151 h 445"/>
              <a:gd name="T78" fmla="*/ 284 w 498"/>
              <a:gd name="T79" fmla="*/ 187 h 445"/>
              <a:gd name="T80" fmla="*/ 319 w 498"/>
              <a:gd name="T81" fmla="*/ 231 h 445"/>
              <a:gd name="T82" fmla="*/ 364 w 498"/>
              <a:gd name="T83" fmla="*/ 187 h 445"/>
              <a:gd name="T84" fmla="*/ 408 w 498"/>
              <a:gd name="T85" fmla="*/ 178 h 445"/>
              <a:gd name="T86" fmla="*/ 488 w 498"/>
              <a:gd name="T87" fmla="*/ 143 h 445"/>
              <a:gd name="T88" fmla="*/ 497 w 498"/>
              <a:gd name="T89" fmla="*/ 63 h 445"/>
              <a:gd name="T90" fmla="*/ 72 w 498"/>
              <a:gd name="T91" fmla="*/ 400 h 445"/>
              <a:gd name="T92" fmla="*/ 72 w 498"/>
              <a:gd name="T93" fmla="*/ 400 h 445"/>
              <a:gd name="T94" fmla="*/ 72 w 498"/>
              <a:gd name="T95" fmla="*/ 417 h 445"/>
              <a:gd name="T96" fmla="*/ 89 w 498"/>
              <a:gd name="T97" fmla="*/ 444 h 445"/>
              <a:gd name="T98" fmla="*/ 107 w 498"/>
              <a:gd name="T99" fmla="*/ 435 h 445"/>
              <a:gd name="T100" fmla="*/ 231 w 498"/>
              <a:gd name="T101" fmla="*/ 320 h 445"/>
              <a:gd name="T102" fmla="*/ 195 w 498"/>
              <a:gd name="T103" fmla="*/ 275 h 445"/>
              <a:gd name="T104" fmla="*/ 72 w 498"/>
              <a:gd name="T105" fmla="*/ 400 h 445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  <a:cxn ang="0">
                <a:pos x="T64" y="T65"/>
              </a:cxn>
              <a:cxn ang="0">
                <a:pos x="T66" y="T67"/>
              </a:cxn>
              <a:cxn ang="0">
                <a:pos x="T68" y="T69"/>
              </a:cxn>
              <a:cxn ang="0">
                <a:pos x="T70" y="T71"/>
              </a:cxn>
              <a:cxn ang="0">
                <a:pos x="T72" y="T73"/>
              </a:cxn>
              <a:cxn ang="0">
                <a:pos x="T74" y="T75"/>
              </a:cxn>
              <a:cxn ang="0">
                <a:pos x="T76" y="T77"/>
              </a:cxn>
              <a:cxn ang="0">
                <a:pos x="T78" y="T79"/>
              </a:cxn>
              <a:cxn ang="0">
                <a:pos x="T80" y="T81"/>
              </a:cxn>
              <a:cxn ang="0">
                <a:pos x="T82" y="T83"/>
              </a:cxn>
              <a:cxn ang="0">
                <a:pos x="T84" y="T85"/>
              </a:cxn>
              <a:cxn ang="0">
                <a:pos x="T86" y="T87"/>
              </a:cxn>
              <a:cxn ang="0">
                <a:pos x="T88" y="T89"/>
              </a:cxn>
              <a:cxn ang="0">
                <a:pos x="T90" y="T91"/>
              </a:cxn>
              <a:cxn ang="0">
                <a:pos x="T92" y="T93"/>
              </a:cxn>
              <a:cxn ang="0">
                <a:pos x="T94" y="T95"/>
              </a:cxn>
              <a:cxn ang="0">
                <a:pos x="T96" y="T97"/>
              </a:cxn>
              <a:cxn ang="0">
                <a:pos x="T98" y="T99"/>
              </a:cxn>
              <a:cxn ang="0">
                <a:pos x="T100" y="T101"/>
              </a:cxn>
              <a:cxn ang="0">
                <a:pos x="T102" y="T103"/>
              </a:cxn>
              <a:cxn ang="0">
                <a:pos x="T104" y="T105"/>
              </a:cxn>
            </a:cxnLst>
            <a:rect l="0" t="0" r="r" b="b"/>
            <a:pathLst>
              <a:path w="498" h="445">
                <a:moveTo>
                  <a:pt x="80" y="151"/>
                </a:moveTo>
                <a:lnTo>
                  <a:pt x="80" y="151"/>
                </a:lnTo>
                <a:cubicBezTo>
                  <a:pt x="97" y="134"/>
                  <a:pt x="116" y="143"/>
                  <a:pt x="142" y="169"/>
                </a:cubicBezTo>
                <a:cubicBezTo>
                  <a:pt x="151" y="178"/>
                  <a:pt x="151" y="169"/>
                  <a:pt x="151" y="169"/>
                </a:cubicBezTo>
                <a:cubicBezTo>
                  <a:pt x="160" y="169"/>
                  <a:pt x="186" y="134"/>
                  <a:pt x="195" y="134"/>
                </a:cubicBezTo>
                <a:cubicBezTo>
                  <a:pt x="195" y="134"/>
                  <a:pt x="195" y="134"/>
                  <a:pt x="195" y="125"/>
                </a:cubicBezTo>
                <a:cubicBezTo>
                  <a:pt x="186" y="125"/>
                  <a:pt x="178" y="116"/>
                  <a:pt x="178" y="107"/>
                </a:cubicBezTo>
                <a:cubicBezTo>
                  <a:pt x="133" y="45"/>
                  <a:pt x="301" y="10"/>
                  <a:pt x="275" y="10"/>
                </a:cubicBezTo>
                <a:cubicBezTo>
                  <a:pt x="257" y="0"/>
                  <a:pt x="204" y="0"/>
                  <a:pt x="195" y="0"/>
                </a:cubicBezTo>
                <a:cubicBezTo>
                  <a:pt x="169" y="10"/>
                  <a:pt x="125" y="36"/>
                  <a:pt x="107" y="54"/>
                </a:cubicBezTo>
                <a:cubicBezTo>
                  <a:pt x="80" y="72"/>
                  <a:pt x="72" y="81"/>
                  <a:pt x="72" y="81"/>
                </a:cubicBezTo>
                <a:cubicBezTo>
                  <a:pt x="62" y="89"/>
                  <a:pt x="72" y="107"/>
                  <a:pt x="53" y="116"/>
                </a:cubicBezTo>
                <a:cubicBezTo>
                  <a:pt x="36" y="125"/>
                  <a:pt x="27" y="116"/>
                  <a:pt x="18" y="125"/>
                </a:cubicBezTo>
                <a:cubicBezTo>
                  <a:pt x="18" y="134"/>
                  <a:pt x="9" y="134"/>
                  <a:pt x="0" y="143"/>
                </a:cubicBezTo>
                <a:lnTo>
                  <a:pt x="0" y="151"/>
                </a:lnTo>
                <a:lnTo>
                  <a:pt x="36" y="187"/>
                </a:lnTo>
                <a:cubicBezTo>
                  <a:pt x="36" y="196"/>
                  <a:pt x="44" y="196"/>
                  <a:pt x="53" y="196"/>
                </a:cubicBezTo>
                <a:cubicBezTo>
                  <a:pt x="53" y="187"/>
                  <a:pt x="62" y="178"/>
                  <a:pt x="72" y="178"/>
                </a:cubicBezTo>
                <a:cubicBezTo>
                  <a:pt x="72" y="178"/>
                  <a:pt x="72" y="151"/>
                  <a:pt x="80" y="151"/>
                </a:cubicBezTo>
                <a:close/>
                <a:moveTo>
                  <a:pt x="222" y="160"/>
                </a:moveTo>
                <a:lnTo>
                  <a:pt x="222" y="160"/>
                </a:lnTo>
                <a:cubicBezTo>
                  <a:pt x="213" y="160"/>
                  <a:pt x="213" y="160"/>
                  <a:pt x="213" y="160"/>
                </a:cubicBezTo>
                <a:cubicBezTo>
                  <a:pt x="178" y="187"/>
                  <a:pt x="178" y="187"/>
                  <a:pt x="178" y="187"/>
                </a:cubicBezTo>
                <a:cubicBezTo>
                  <a:pt x="169" y="196"/>
                  <a:pt x="169" y="196"/>
                  <a:pt x="169" y="204"/>
                </a:cubicBezTo>
                <a:cubicBezTo>
                  <a:pt x="381" y="435"/>
                  <a:pt x="381" y="435"/>
                  <a:pt x="381" y="435"/>
                </a:cubicBezTo>
                <a:cubicBezTo>
                  <a:pt x="381" y="444"/>
                  <a:pt x="391" y="444"/>
                  <a:pt x="399" y="435"/>
                </a:cubicBezTo>
                <a:cubicBezTo>
                  <a:pt x="426" y="417"/>
                  <a:pt x="426" y="417"/>
                  <a:pt x="426" y="417"/>
                </a:cubicBezTo>
                <a:cubicBezTo>
                  <a:pt x="426" y="408"/>
                  <a:pt x="426" y="400"/>
                  <a:pt x="426" y="400"/>
                </a:cubicBezTo>
                <a:lnTo>
                  <a:pt x="222" y="160"/>
                </a:lnTo>
                <a:close/>
                <a:moveTo>
                  <a:pt x="497" y="63"/>
                </a:moveTo>
                <a:lnTo>
                  <a:pt x="497" y="63"/>
                </a:lnTo>
                <a:cubicBezTo>
                  <a:pt x="488" y="45"/>
                  <a:pt x="488" y="54"/>
                  <a:pt x="479" y="54"/>
                </a:cubicBezTo>
                <a:cubicBezTo>
                  <a:pt x="479" y="63"/>
                  <a:pt x="461" y="81"/>
                  <a:pt x="461" y="89"/>
                </a:cubicBezTo>
                <a:cubicBezTo>
                  <a:pt x="452" y="107"/>
                  <a:pt x="435" y="125"/>
                  <a:pt x="408" y="107"/>
                </a:cubicBezTo>
                <a:cubicBezTo>
                  <a:pt x="381" y="81"/>
                  <a:pt x="391" y="72"/>
                  <a:pt x="399" y="63"/>
                </a:cubicBezTo>
                <a:cubicBezTo>
                  <a:pt x="399" y="54"/>
                  <a:pt x="417" y="28"/>
                  <a:pt x="417" y="19"/>
                </a:cubicBezTo>
                <a:cubicBezTo>
                  <a:pt x="426" y="19"/>
                  <a:pt x="417" y="10"/>
                  <a:pt x="408" y="10"/>
                </a:cubicBezTo>
                <a:cubicBezTo>
                  <a:pt x="399" y="19"/>
                  <a:pt x="346" y="36"/>
                  <a:pt x="337" y="72"/>
                </a:cubicBezTo>
                <a:cubicBezTo>
                  <a:pt x="328" y="98"/>
                  <a:pt x="346" y="125"/>
                  <a:pt x="319" y="151"/>
                </a:cubicBezTo>
                <a:cubicBezTo>
                  <a:pt x="284" y="187"/>
                  <a:pt x="284" y="187"/>
                  <a:pt x="284" y="187"/>
                </a:cubicBezTo>
                <a:cubicBezTo>
                  <a:pt x="319" y="231"/>
                  <a:pt x="319" y="231"/>
                  <a:pt x="319" y="231"/>
                </a:cubicBezTo>
                <a:cubicBezTo>
                  <a:pt x="364" y="187"/>
                  <a:pt x="364" y="187"/>
                  <a:pt x="364" y="187"/>
                </a:cubicBezTo>
                <a:cubicBezTo>
                  <a:pt x="372" y="178"/>
                  <a:pt x="391" y="169"/>
                  <a:pt x="408" y="178"/>
                </a:cubicBezTo>
                <a:cubicBezTo>
                  <a:pt x="452" y="187"/>
                  <a:pt x="470" y="169"/>
                  <a:pt x="488" y="143"/>
                </a:cubicBezTo>
                <a:cubicBezTo>
                  <a:pt x="497" y="116"/>
                  <a:pt x="497" y="72"/>
                  <a:pt x="497" y="63"/>
                </a:cubicBezTo>
                <a:close/>
                <a:moveTo>
                  <a:pt x="72" y="400"/>
                </a:moveTo>
                <a:lnTo>
                  <a:pt x="72" y="400"/>
                </a:lnTo>
                <a:cubicBezTo>
                  <a:pt x="62" y="408"/>
                  <a:pt x="62" y="417"/>
                  <a:pt x="72" y="417"/>
                </a:cubicBezTo>
                <a:cubicBezTo>
                  <a:pt x="89" y="444"/>
                  <a:pt x="89" y="444"/>
                  <a:pt x="89" y="444"/>
                </a:cubicBezTo>
                <a:cubicBezTo>
                  <a:pt x="97" y="444"/>
                  <a:pt x="107" y="444"/>
                  <a:pt x="107" y="435"/>
                </a:cubicBezTo>
                <a:cubicBezTo>
                  <a:pt x="231" y="320"/>
                  <a:pt x="231" y="320"/>
                  <a:pt x="231" y="320"/>
                </a:cubicBezTo>
                <a:cubicBezTo>
                  <a:pt x="195" y="275"/>
                  <a:pt x="195" y="275"/>
                  <a:pt x="195" y="275"/>
                </a:cubicBezTo>
                <a:lnTo>
                  <a:pt x="72" y="400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/>
          </a:p>
        </p:txBody>
      </p:sp>
      <p:sp>
        <p:nvSpPr>
          <p:cNvPr id="15" name="Freeform 37"/>
          <p:cNvSpPr>
            <a:spLocks noEditPoints="1"/>
          </p:cNvSpPr>
          <p:nvPr/>
        </p:nvSpPr>
        <p:spPr bwMode="auto">
          <a:xfrm>
            <a:off x="4209402" y="1857370"/>
            <a:ext cx="456096" cy="392212"/>
          </a:xfrm>
          <a:custGeom>
            <a:avLst/>
            <a:gdLst>
              <a:gd name="T0" fmla="*/ 244 w 256"/>
              <a:gd name="T1" fmla="*/ 224 h 224"/>
              <a:gd name="T2" fmla="*/ 12 w 256"/>
              <a:gd name="T3" fmla="*/ 224 h 224"/>
              <a:gd name="T4" fmla="*/ 0 w 256"/>
              <a:gd name="T5" fmla="*/ 212 h 224"/>
              <a:gd name="T6" fmla="*/ 0 w 256"/>
              <a:gd name="T7" fmla="*/ 12 h 224"/>
              <a:gd name="T8" fmla="*/ 12 w 256"/>
              <a:gd name="T9" fmla="*/ 0 h 224"/>
              <a:gd name="T10" fmla="*/ 244 w 256"/>
              <a:gd name="T11" fmla="*/ 0 h 224"/>
              <a:gd name="T12" fmla="*/ 256 w 256"/>
              <a:gd name="T13" fmla="*/ 12 h 224"/>
              <a:gd name="T14" fmla="*/ 256 w 256"/>
              <a:gd name="T15" fmla="*/ 212 h 224"/>
              <a:gd name="T16" fmla="*/ 244 w 256"/>
              <a:gd name="T17" fmla="*/ 224 h 224"/>
              <a:gd name="T18" fmla="*/ 196 w 256"/>
              <a:gd name="T19" fmla="*/ 212 h 224"/>
              <a:gd name="T20" fmla="*/ 244 w 256"/>
              <a:gd name="T21" fmla="*/ 212 h 224"/>
              <a:gd name="T22" fmla="*/ 244 w 256"/>
              <a:gd name="T23" fmla="*/ 108 h 224"/>
              <a:gd name="T24" fmla="*/ 240 w 256"/>
              <a:gd name="T25" fmla="*/ 108 h 224"/>
              <a:gd name="T26" fmla="*/ 196 w 256"/>
              <a:gd name="T27" fmla="*/ 108 h 224"/>
              <a:gd name="T28" fmla="*/ 196 w 256"/>
              <a:gd name="T29" fmla="*/ 212 h 224"/>
              <a:gd name="T30" fmla="*/ 72 w 256"/>
              <a:gd name="T31" fmla="*/ 212 h 224"/>
              <a:gd name="T32" fmla="*/ 184 w 256"/>
              <a:gd name="T33" fmla="*/ 212 h 224"/>
              <a:gd name="T34" fmla="*/ 184 w 256"/>
              <a:gd name="T35" fmla="*/ 108 h 224"/>
              <a:gd name="T36" fmla="*/ 72 w 256"/>
              <a:gd name="T37" fmla="*/ 108 h 224"/>
              <a:gd name="T38" fmla="*/ 72 w 256"/>
              <a:gd name="T39" fmla="*/ 212 h 224"/>
              <a:gd name="T40" fmla="*/ 12 w 256"/>
              <a:gd name="T41" fmla="*/ 212 h 224"/>
              <a:gd name="T42" fmla="*/ 60 w 256"/>
              <a:gd name="T43" fmla="*/ 212 h 224"/>
              <a:gd name="T44" fmla="*/ 60 w 256"/>
              <a:gd name="T45" fmla="*/ 108 h 224"/>
              <a:gd name="T46" fmla="*/ 12 w 256"/>
              <a:gd name="T47" fmla="*/ 108 h 224"/>
              <a:gd name="T48" fmla="*/ 12 w 256"/>
              <a:gd name="T49" fmla="*/ 212 h 224"/>
              <a:gd name="T50" fmla="*/ 24 w 256"/>
              <a:gd name="T51" fmla="*/ 12 h 224"/>
              <a:gd name="T52" fmla="*/ 12 w 256"/>
              <a:gd name="T53" fmla="*/ 24 h 224"/>
              <a:gd name="T54" fmla="*/ 24 w 256"/>
              <a:gd name="T55" fmla="*/ 36 h 224"/>
              <a:gd name="T56" fmla="*/ 36 w 256"/>
              <a:gd name="T57" fmla="*/ 24 h 224"/>
              <a:gd name="T58" fmla="*/ 24 w 256"/>
              <a:gd name="T59" fmla="*/ 12 h 224"/>
              <a:gd name="T60" fmla="*/ 60 w 256"/>
              <a:gd name="T61" fmla="*/ 12 h 224"/>
              <a:gd name="T62" fmla="*/ 48 w 256"/>
              <a:gd name="T63" fmla="*/ 24 h 224"/>
              <a:gd name="T64" fmla="*/ 60 w 256"/>
              <a:gd name="T65" fmla="*/ 36 h 224"/>
              <a:gd name="T66" fmla="*/ 72 w 256"/>
              <a:gd name="T67" fmla="*/ 24 h 224"/>
              <a:gd name="T68" fmla="*/ 60 w 256"/>
              <a:gd name="T69" fmla="*/ 12 h 224"/>
              <a:gd name="T70" fmla="*/ 96 w 256"/>
              <a:gd name="T71" fmla="*/ 12 h 224"/>
              <a:gd name="T72" fmla="*/ 84 w 256"/>
              <a:gd name="T73" fmla="*/ 24 h 224"/>
              <a:gd name="T74" fmla="*/ 96 w 256"/>
              <a:gd name="T75" fmla="*/ 36 h 224"/>
              <a:gd name="T76" fmla="*/ 108 w 256"/>
              <a:gd name="T77" fmla="*/ 24 h 224"/>
              <a:gd name="T78" fmla="*/ 96 w 256"/>
              <a:gd name="T79" fmla="*/ 12 h 224"/>
              <a:gd name="T80" fmla="*/ 232 w 256"/>
              <a:gd name="T81" fmla="*/ 48 h 224"/>
              <a:gd name="T82" fmla="*/ 24 w 256"/>
              <a:gd name="T83" fmla="*/ 48 h 224"/>
              <a:gd name="T84" fmla="*/ 12 w 256"/>
              <a:gd name="T85" fmla="*/ 48 h 224"/>
              <a:gd name="T86" fmla="*/ 12 w 256"/>
              <a:gd name="T87" fmla="*/ 96 h 224"/>
              <a:gd name="T88" fmla="*/ 60 w 256"/>
              <a:gd name="T89" fmla="*/ 96 h 224"/>
              <a:gd name="T90" fmla="*/ 72 w 256"/>
              <a:gd name="T91" fmla="*/ 96 h 224"/>
              <a:gd name="T92" fmla="*/ 184 w 256"/>
              <a:gd name="T93" fmla="*/ 96 h 224"/>
              <a:gd name="T94" fmla="*/ 196 w 256"/>
              <a:gd name="T95" fmla="*/ 96 h 224"/>
              <a:gd name="T96" fmla="*/ 240 w 256"/>
              <a:gd name="T97" fmla="*/ 96 h 224"/>
              <a:gd name="T98" fmla="*/ 244 w 256"/>
              <a:gd name="T99" fmla="*/ 96 h 224"/>
              <a:gd name="T100" fmla="*/ 244 w 256"/>
              <a:gd name="T101" fmla="*/ 48 h 224"/>
              <a:gd name="T102" fmla="*/ 232 w 256"/>
              <a:gd name="T103" fmla="*/ 48 h 224"/>
              <a:gd name="T104" fmla="*/ 0 60000 65536"/>
              <a:gd name="T105" fmla="*/ 0 60000 65536"/>
              <a:gd name="T106" fmla="*/ 0 60000 65536"/>
              <a:gd name="T107" fmla="*/ 0 60000 65536"/>
              <a:gd name="T108" fmla="*/ 0 60000 65536"/>
              <a:gd name="T109" fmla="*/ 0 60000 65536"/>
              <a:gd name="T110" fmla="*/ 0 60000 65536"/>
              <a:gd name="T111" fmla="*/ 0 60000 65536"/>
              <a:gd name="T112" fmla="*/ 0 60000 65536"/>
              <a:gd name="T113" fmla="*/ 0 60000 65536"/>
              <a:gd name="T114" fmla="*/ 0 60000 65536"/>
              <a:gd name="T115" fmla="*/ 0 60000 65536"/>
              <a:gd name="T116" fmla="*/ 0 60000 65536"/>
              <a:gd name="T117" fmla="*/ 0 60000 65536"/>
              <a:gd name="T118" fmla="*/ 0 60000 65536"/>
              <a:gd name="T119" fmla="*/ 0 60000 65536"/>
              <a:gd name="T120" fmla="*/ 0 60000 65536"/>
              <a:gd name="T121" fmla="*/ 0 60000 65536"/>
              <a:gd name="T122" fmla="*/ 0 60000 65536"/>
              <a:gd name="T123" fmla="*/ 0 60000 65536"/>
              <a:gd name="T124" fmla="*/ 0 60000 65536"/>
              <a:gd name="T125" fmla="*/ 0 60000 65536"/>
              <a:gd name="T126" fmla="*/ 0 60000 65536"/>
              <a:gd name="T127" fmla="*/ 0 60000 65536"/>
              <a:gd name="T128" fmla="*/ 0 60000 65536"/>
              <a:gd name="T129" fmla="*/ 0 60000 65536"/>
              <a:gd name="T130" fmla="*/ 0 60000 65536"/>
              <a:gd name="T131" fmla="*/ 0 60000 65536"/>
              <a:gd name="T132" fmla="*/ 0 60000 65536"/>
              <a:gd name="T133" fmla="*/ 0 60000 65536"/>
              <a:gd name="T134" fmla="*/ 0 60000 65536"/>
              <a:gd name="T135" fmla="*/ 0 60000 65536"/>
              <a:gd name="T136" fmla="*/ 0 60000 65536"/>
              <a:gd name="T137" fmla="*/ 0 60000 65536"/>
              <a:gd name="T138" fmla="*/ 0 60000 65536"/>
              <a:gd name="T139" fmla="*/ 0 60000 65536"/>
              <a:gd name="T140" fmla="*/ 0 60000 65536"/>
              <a:gd name="T141" fmla="*/ 0 60000 65536"/>
              <a:gd name="T142" fmla="*/ 0 60000 65536"/>
              <a:gd name="T143" fmla="*/ 0 60000 65536"/>
              <a:gd name="T144" fmla="*/ 0 60000 65536"/>
              <a:gd name="T145" fmla="*/ 0 60000 65536"/>
              <a:gd name="T146" fmla="*/ 0 60000 65536"/>
              <a:gd name="T147" fmla="*/ 0 60000 65536"/>
              <a:gd name="T148" fmla="*/ 0 60000 65536"/>
              <a:gd name="T149" fmla="*/ 0 60000 65536"/>
              <a:gd name="T150" fmla="*/ 0 60000 65536"/>
              <a:gd name="T151" fmla="*/ 0 60000 65536"/>
              <a:gd name="T152" fmla="*/ 0 60000 65536"/>
              <a:gd name="T153" fmla="*/ 0 60000 65536"/>
              <a:gd name="T154" fmla="*/ 0 60000 65536"/>
              <a:gd name="T155" fmla="*/ 0 60000 65536"/>
            </a:gdLst>
            <a:ahLst/>
            <a:cxnLst>
              <a:cxn ang="T104">
                <a:pos x="T0" y="T1"/>
              </a:cxn>
              <a:cxn ang="T105">
                <a:pos x="T2" y="T3"/>
              </a:cxn>
              <a:cxn ang="T106">
                <a:pos x="T4" y="T5"/>
              </a:cxn>
              <a:cxn ang="T107">
                <a:pos x="T6" y="T7"/>
              </a:cxn>
              <a:cxn ang="T108">
                <a:pos x="T8" y="T9"/>
              </a:cxn>
              <a:cxn ang="T109">
                <a:pos x="T10" y="T11"/>
              </a:cxn>
              <a:cxn ang="T110">
                <a:pos x="T12" y="T13"/>
              </a:cxn>
              <a:cxn ang="T111">
                <a:pos x="T14" y="T15"/>
              </a:cxn>
              <a:cxn ang="T112">
                <a:pos x="T16" y="T17"/>
              </a:cxn>
              <a:cxn ang="T113">
                <a:pos x="T18" y="T19"/>
              </a:cxn>
              <a:cxn ang="T114">
                <a:pos x="T20" y="T21"/>
              </a:cxn>
              <a:cxn ang="T115">
                <a:pos x="T22" y="T23"/>
              </a:cxn>
              <a:cxn ang="T116">
                <a:pos x="T24" y="T25"/>
              </a:cxn>
              <a:cxn ang="T117">
                <a:pos x="T26" y="T27"/>
              </a:cxn>
              <a:cxn ang="T118">
                <a:pos x="T28" y="T29"/>
              </a:cxn>
              <a:cxn ang="T119">
                <a:pos x="T30" y="T31"/>
              </a:cxn>
              <a:cxn ang="T120">
                <a:pos x="T32" y="T33"/>
              </a:cxn>
              <a:cxn ang="T121">
                <a:pos x="T34" y="T35"/>
              </a:cxn>
              <a:cxn ang="T122">
                <a:pos x="T36" y="T37"/>
              </a:cxn>
              <a:cxn ang="T123">
                <a:pos x="T38" y="T39"/>
              </a:cxn>
              <a:cxn ang="T124">
                <a:pos x="T40" y="T41"/>
              </a:cxn>
              <a:cxn ang="T125">
                <a:pos x="T42" y="T43"/>
              </a:cxn>
              <a:cxn ang="T126">
                <a:pos x="T44" y="T45"/>
              </a:cxn>
              <a:cxn ang="T127">
                <a:pos x="T46" y="T47"/>
              </a:cxn>
              <a:cxn ang="T128">
                <a:pos x="T48" y="T49"/>
              </a:cxn>
              <a:cxn ang="T129">
                <a:pos x="T50" y="T51"/>
              </a:cxn>
              <a:cxn ang="T130">
                <a:pos x="T52" y="T53"/>
              </a:cxn>
              <a:cxn ang="T131">
                <a:pos x="T54" y="T55"/>
              </a:cxn>
              <a:cxn ang="T132">
                <a:pos x="T56" y="T57"/>
              </a:cxn>
              <a:cxn ang="T133">
                <a:pos x="T58" y="T59"/>
              </a:cxn>
              <a:cxn ang="T134">
                <a:pos x="T60" y="T61"/>
              </a:cxn>
              <a:cxn ang="T135">
                <a:pos x="T62" y="T63"/>
              </a:cxn>
              <a:cxn ang="T136">
                <a:pos x="T64" y="T65"/>
              </a:cxn>
              <a:cxn ang="T137">
                <a:pos x="T66" y="T67"/>
              </a:cxn>
              <a:cxn ang="T138">
                <a:pos x="T68" y="T69"/>
              </a:cxn>
              <a:cxn ang="T139">
                <a:pos x="T70" y="T71"/>
              </a:cxn>
              <a:cxn ang="T140">
                <a:pos x="T72" y="T73"/>
              </a:cxn>
              <a:cxn ang="T141">
                <a:pos x="T74" y="T75"/>
              </a:cxn>
              <a:cxn ang="T142">
                <a:pos x="T76" y="T77"/>
              </a:cxn>
              <a:cxn ang="T143">
                <a:pos x="T78" y="T79"/>
              </a:cxn>
              <a:cxn ang="T144">
                <a:pos x="T80" y="T81"/>
              </a:cxn>
              <a:cxn ang="T145">
                <a:pos x="T82" y="T83"/>
              </a:cxn>
              <a:cxn ang="T146">
                <a:pos x="T84" y="T85"/>
              </a:cxn>
              <a:cxn ang="T147">
                <a:pos x="T86" y="T87"/>
              </a:cxn>
              <a:cxn ang="T148">
                <a:pos x="T88" y="T89"/>
              </a:cxn>
              <a:cxn ang="T149">
                <a:pos x="T90" y="T91"/>
              </a:cxn>
              <a:cxn ang="T150">
                <a:pos x="T92" y="T93"/>
              </a:cxn>
              <a:cxn ang="T151">
                <a:pos x="T94" y="T95"/>
              </a:cxn>
              <a:cxn ang="T152">
                <a:pos x="T96" y="T97"/>
              </a:cxn>
              <a:cxn ang="T153">
                <a:pos x="T98" y="T99"/>
              </a:cxn>
              <a:cxn ang="T154">
                <a:pos x="T100" y="T101"/>
              </a:cxn>
              <a:cxn ang="T155">
                <a:pos x="T102" y="T103"/>
              </a:cxn>
            </a:cxnLst>
            <a:rect l="0" t="0" r="r" b="b"/>
            <a:pathLst>
              <a:path w="256" h="224">
                <a:moveTo>
                  <a:pt x="244" y="224"/>
                </a:moveTo>
                <a:cubicBezTo>
                  <a:pt x="12" y="224"/>
                  <a:pt x="12" y="224"/>
                  <a:pt x="12" y="224"/>
                </a:cubicBezTo>
                <a:cubicBezTo>
                  <a:pt x="5" y="224"/>
                  <a:pt x="0" y="219"/>
                  <a:pt x="0" y="212"/>
                </a:cubicBezTo>
                <a:cubicBezTo>
                  <a:pt x="0" y="12"/>
                  <a:pt x="0" y="12"/>
                  <a:pt x="0" y="12"/>
                </a:cubicBezTo>
                <a:cubicBezTo>
                  <a:pt x="0" y="5"/>
                  <a:pt x="5" y="0"/>
                  <a:pt x="12" y="0"/>
                </a:cubicBezTo>
                <a:cubicBezTo>
                  <a:pt x="244" y="0"/>
                  <a:pt x="244" y="0"/>
                  <a:pt x="244" y="0"/>
                </a:cubicBezTo>
                <a:cubicBezTo>
                  <a:pt x="251" y="0"/>
                  <a:pt x="256" y="5"/>
                  <a:pt x="256" y="12"/>
                </a:cubicBezTo>
                <a:cubicBezTo>
                  <a:pt x="256" y="212"/>
                  <a:pt x="256" y="212"/>
                  <a:pt x="256" y="212"/>
                </a:cubicBezTo>
                <a:cubicBezTo>
                  <a:pt x="256" y="219"/>
                  <a:pt x="251" y="224"/>
                  <a:pt x="244" y="224"/>
                </a:cubicBezTo>
                <a:moveTo>
                  <a:pt x="196" y="212"/>
                </a:moveTo>
                <a:cubicBezTo>
                  <a:pt x="244" y="212"/>
                  <a:pt x="244" y="212"/>
                  <a:pt x="244" y="212"/>
                </a:cubicBezTo>
                <a:cubicBezTo>
                  <a:pt x="244" y="108"/>
                  <a:pt x="244" y="108"/>
                  <a:pt x="244" y="108"/>
                </a:cubicBezTo>
                <a:cubicBezTo>
                  <a:pt x="240" y="108"/>
                  <a:pt x="240" y="108"/>
                  <a:pt x="240" y="108"/>
                </a:cubicBezTo>
                <a:cubicBezTo>
                  <a:pt x="196" y="108"/>
                  <a:pt x="196" y="108"/>
                  <a:pt x="196" y="108"/>
                </a:cubicBezTo>
                <a:lnTo>
                  <a:pt x="196" y="212"/>
                </a:lnTo>
                <a:close/>
                <a:moveTo>
                  <a:pt x="72" y="212"/>
                </a:moveTo>
                <a:cubicBezTo>
                  <a:pt x="184" y="212"/>
                  <a:pt x="184" y="212"/>
                  <a:pt x="184" y="212"/>
                </a:cubicBezTo>
                <a:cubicBezTo>
                  <a:pt x="184" y="108"/>
                  <a:pt x="184" y="108"/>
                  <a:pt x="184" y="108"/>
                </a:cubicBezTo>
                <a:cubicBezTo>
                  <a:pt x="72" y="108"/>
                  <a:pt x="72" y="108"/>
                  <a:pt x="72" y="108"/>
                </a:cubicBezTo>
                <a:lnTo>
                  <a:pt x="72" y="212"/>
                </a:lnTo>
                <a:close/>
                <a:moveTo>
                  <a:pt x="12" y="212"/>
                </a:moveTo>
                <a:cubicBezTo>
                  <a:pt x="60" y="212"/>
                  <a:pt x="60" y="212"/>
                  <a:pt x="60" y="212"/>
                </a:cubicBezTo>
                <a:cubicBezTo>
                  <a:pt x="60" y="108"/>
                  <a:pt x="60" y="108"/>
                  <a:pt x="60" y="108"/>
                </a:cubicBezTo>
                <a:cubicBezTo>
                  <a:pt x="12" y="108"/>
                  <a:pt x="12" y="108"/>
                  <a:pt x="12" y="108"/>
                </a:cubicBezTo>
                <a:lnTo>
                  <a:pt x="12" y="212"/>
                </a:lnTo>
                <a:close/>
                <a:moveTo>
                  <a:pt x="24" y="12"/>
                </a:moveTo>
                <a:cubicBezTo>
                  <a:pt x="17" y="12"/>
                  <a:pt x="12" y="17"/>
                  <a:pt x="12" y="24"/>
                </a:cubicBezTo>
                <a:cubicBezTo>
                  <a:pt x="12" y="31"/>
                  <a:pt x="17" y="36"/>
                  <a:pt x="24" y="36"/>
                </a:cubicBezTo>
                <a:cubicBezTo>
                  <a:pt x="31" y="36"/>
                  <a:pt x="36" y="31"/>
                  <a:pt x="36" y="24"/>
                </a:cubicBezTo>
                <a:cubicBezTo>
                  <a:pt x="36" y="17"/>
                  <a:pt x="31" y="12"/>
                  <a:pt x="24" y="12"/>
                </a:cubicBezTo>
                <a:moveTo>
                  <a:pt x="60" y="12"/>
                </a:moveTo>
                <a:cubicBezTo>
                  <a:pt x="53" y="12"/>
                  <a:pt x="48" y="17"/>
                  <a:pt x="48" y="24"/>
                </a:cubicBezTo>
                <a:cubicBezTo>
                  <a:pt x="48" y="31"/>
                  <a:pt x="53" y="36"/>
                  <a:pt x="60" y="36"/>
                </a:cubicBezTo>
                <a:cubicBezTo>
                  <a:pt x="67" y="36"/>
                  <a:pt x="72" y="31"/>
                  <a:pt x="72" y="24"/>
                </a:cubicBezTo>
                <a:cubicBezTo>
                  <a:pt x="72" y="17"/>
                  <a:pt x="67" y="12"/>
                  <a:pt x="60" y="12"/>
                </a:cubicBezTo>
                <a:moveTo>
                  <a:pt x="96" y="12"/>
                </a:moveTo>
                <a:cubicBezTo>
                  <a:pt x="89" y="12"/>
                  <a:pt x="84" y="17"/>
                  <a:pt x="84" y="24"/>
                </a:cubicBezTo>
                <a:cubicBezTo>
                  <a:pt x="84" y="31"/>
                  <a:pt x="89" y="36"/>
                  <a:pt x="96" y="36"/>
                </a:cubicBezTo>
                <a:cubicBezTo>
                  <a:pt x="103" y="36"/>
                  <a:pt x="108" y="31"/>
                  <a:pt x="108" y="24"/>
                </a:cubicBezTo>
                <a:cubicBezTo>
                  <a:pt x="108" y="17"/>
                  <a:pt x="103" y="12"/>
                  <a:pt x="96" y="12"/>
                </a:cubicBezTo>
                <a:moveTo>
                  <a:pt x="232" y="48"/>
                </a:moveTo>
                <a:cubicBezTo>
                  <a:pt x="24" y="48"/>
                  <a:pt x="24" y="48"/>
                  <a:pt x="24" y="48"/>
                </a:cubicBezTo>
                <a:cubicBezTo>
                  <a:pt x="12" y="48"/>
                  <a:pt x="12" y="48"/>
                  <a:pt x="12" y="48"/>
                </a:cubicBezTo>
                <a:cubicBezTo>
                  <a:pt x="12" y="96"/>
                  <a:pt x="12" y="96"/>
                  <a:pt x="12" y="96"/>
                </a:cubicBezTo>
                <a:cubicBezTo>
                  <a:pt x="60" y="96"/>
                  <a:pt x="60" y="96"/>
                  <a:pt x="60" y="96"/>
                </a:cubicBezTo>
                <a:cubicBezTo>
                  <a:pt x="72" y="96"/>
                  <a:pt x="72" y="96"/>
                  <a:pt x="72" y="96"/>
                </a:cubicBezTo>
                <a:cubicBezTo>
                  <a:pt x="184" y="96"/>
                  <a:pt x="184" y="96"/>
                  <a:pt x="184" y="96"/>
                </a:cubicBezTo>
                <a:cubicBezTo>
                  <a:pt x="196" y="96"/>
                  <a:pt x="196" y="96"/>
                  <a:pt x="196" y="96"/>
                </a:cubicBezTo>
                <a:cubicBezTo>
                  <a:pt x="240" y="96"/>
                  <a:pt x="240" y="96"/>
                  <a:pt x="240" y="96"/>
                </a:cubicBezTo>
                <a:cubicBezTo>
                  <a:pt x="244" y="96"/>
                  <a:pt x="244" y="96"/>
                  <a:pt x="244" y="96"/>
                </a:cubicBezTo>
                <a:cubicBezTo>
                  <a:pt x="244" y="48"/>
                  <a:pt x="244" y="48"/>
                  <a:pt x="244" y="48"/>
                </a:cubicBezTo>
                <a:lnTo>
                  <a:pt x="232" y="48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txBody>
          <a:bodyPr lIns="182833" tIns="91417" rIns="182833" bIns="91417"/>
          <a:lstStyle/>
          <a:p>
            <a:endParaRPr lang="en-US" sz="2000">
              <a:latin typeface="Calibri Light"/>
            </a:endParaRPr>
          </a:p>
        </p:txBody>
      </p:sp>
      <p:sp>
        <p:nvSpPr>
          <p:cNvPr id="16" name="Freeform 21"/>
          <p:cNvSpPr>
            <a:spLocks noChangeArrowheads="1"/>
          </p:cNvSpPr>
          <p:nvPr/>
        </p:nvSpPr>
        <p:spPr bwMode="auto">
          <a:xfrm>
            <a:off x="5081719" y="2963307"/>
            <a:ext cx="561848" cy="256725"/>
          </a:xfrm>
          <a:custGeom>
            <a:avLst/>
            <a:gdLst>
              <a:gd name="T0" fmla="*/ 249 w 497"/>
              <a:gd name="T1" fmla="*/ 0 h 276"/>
              <a:gd name="T2" fmla="*/ 249 w 497"/>
              <a:gd name="T3" fmla="*/ 0 h 276"/>
              <a:gd name="T4" fmla="*/ 0 w 497"/>
              <a:gd name="T5" fmla="*/ 133 h 276"/>
              <a:gd name="T6" fmla="*/ 249 w 497"/>
              <a:gd name="T7" fmla="*/ 275 h 276"/>
              <a:gd name="T8" fmla="*/ 496 w 497"/>
              <a:gd name="T9" fmla="*/ 133 h 276"/>
              <a:gd name="T10" fmla="*/ 249 w 497"/>
              <a:gd name="T11" fmla="*/ 0 h 276"/>
              <a:gd name="T12" fmla="*/ 249 w 497"/>
              <a:gd name="T13" fmla="*/ 239 h 276"/>
              <a:gd name="T14" fmla="*/ 249 w 497"/>
              <a:gd name="T15" fmla="*/ 239 h 276"/>
              <a:gd name="T16" fmla="*/ 142 w 497"/>
              <a:gd name="T17" fmla="*/ 133 h 276"/>
              <a:gd name="T18" fmla="*/ 249 w 497"/>
              <a:gd name="T19" fmla="*/ 26 h 276"/>
              <a:gd name="T20" fmla="*/ 355 w 497"/>
              <a:gd name="T21" fmla="*/ 133 h 276"/>
              <a:gd name="T22" fmla="*/ 249 w 497"/>
              <a:gd name="T23" fmla="*/ 239 h 276"/>
              <a:gd name="T24" fmla="*/ 249 w 497"/>
              <a:gd name="T25" fmla="*/ 133 h 276"/>
              <a:gd name="T26" fmla="*/ 249 w 497"/>
              <a:gd name="T27" fmla="*/ 133 h 276"/>
              <a:gd name="T28" fmla="*/ 249 w 497"/>
              <a:gd name="T29" fmla="*/ 79 h 276"/>
              <a:gd name="T30" fmla="*/ 195 w 497"/>
              <a:gd name="T31" fmla="*/ 133 h 276"/>
              <a:gd name="T32" fmla="*/ 249 w 497"/>
              <a:gd name="T33" fmla="*/ 186 h 276"/>
              <a:gd name="T34" fmla="*/ 302 w 497"/>
              <a:gd name="T35" fmla="*/ 133 h 276"/>
              <a:gd name="T36" fmla="*/ 249 w 497"/>
              <a:gd name="T37" fmla="*/ 133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7" h="276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Lato Light"/>
            </a:endParaRPr>
          </a:p>
        </p:txBody>
      </p:sp>
      <p:sp>
        <p:nvSpPr>
          <p:cNvPr id="17" name="Oval 34"/>
          <p:cNvSpPr/>
          <p:nvPr/>
        </p:nvSpPr>
        <p:spPr bwMode="auto">
          <a:xfrm>
            <a:off x="6700079" y="3172998"/>
            <a:ext cx="574428" cy="581916"/>
          </a:xfrm>
          <a:prstGeom prst="ellipse">
            <a:avLst/>
          </a:prstGeom>
          <a:solidFill>
            <a:srgbClr val="7030A0"/>
          </a:solidFill>
          <a:ln>
            <a:solidFill>
              <a:srgbClr val="7030A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defTabSz="609492">
              <a:defRPr/>
            </a:pPr>
            <a:endParaRPr lang="en-US" sz="2000" dirty="0">
              <a:latin typeface="Lato Light"/>
            </a:endParaRPr>
          </a:p>
        </p:txBody>
      </p:sp>
      <p:sp>
        <p:nvSpPr>
          <p:cNvPr id="18" name="Freeform 21"/>
          <p:cNvSpPr>
            <a:spLocks noChangeArrowheads="1"/>
          </p:cNvSpPr>
          <p:nvPr/>
        </p:nvSpPr>
        <p:spPr bwMode="auto">
          <a:xfrm>
            <a:off x="6746803" y="3362598"/>
            <a:ext cx="513175" cy="260570"/>
          </a:xfrm>
          <a:custGeom>
            <a:avLst/>
            <a:gdLst>
              <a:gd name="T0" fmla="*/ 249 w 497"/>
              <a:gd name="T1" fmla="*/ 0 h 276"/>
              <a:gd name="T2" fmla="*/ 249 w 497"/>
              <a:gd name="T3" fmla="*/ 0 h 276"/>
              <a:gd name="T4" fmla="*/ 0 w 497"/>
              <a:gd name="T5" fmla="*/ 133 h 276"/>
              <a:gd name="T6" fmla="*/ 249 w 497"/>
              <a:gd name="T7" fmla="*/ 275 h 276"/>
              <a:gd name="T8" fmla="*/ 496 w 497"/>
              <a:gd name="T9" fmla="*/ 133 h 276"/>
              <a:gd name="T10" fmla="*/ 249 w 497"/>
              <a:gd name="T11" fmla="*/ 0 h 276"/>
              <a:gd name="T12" fmla="*/ 249 w 497"/>
              <a:gd name="T13" fmla="*/ 239 h 276"/>
              <a:gd name="T14" fmla="*/ 249 w 497"/>
              <a:gd name="T15" fmla="*/ 239 h 276"/>
              <a:gd name="T16" fmla="*/ 142 w 497"/>
              <a:gd name="T17" fmla="*/ 133 h 276"/>
              <a:gd name="T18" fmla="*/ 249 w 497"/>
              <a:gd name="T19" fmla="*/ 26 h 276"/>
              <a:gd name="T20" fmla="*/ 355 w 497"/>
              <a:gd name="T21" fmla="*/ 133 h 276"/>
              <a:gd name="T22" fmla="*/ 249 w 497"/>
              <a:gd name="T23" fmla="*/ 239 h 276"/>
              <a:gd name="T24" fmla="*/ 249 w 497"/>
              <a:gd name="T25" fmla="*/ 133 h 276"/>
              <a:gd name="T26" fmla="*/ 249 w 497"/>
              <a:gd name="T27" fmla="*/ 133 h 276"/>
              <a:gd name="T28" fmla="*/ 249 w 497"/>
              <a:gd name="T29" fmla="*/ 79 h 276"/>
              <a:gd name="T30" fmla="*/ 195 w 497"/>
              <a:gd name="T31" fmla="*/ 133 h 276"/>
              <a:gd name="T32" fmla="*/ 249 w 497"/>
              <a:gd name="T33" fmla="*/ 186 h 276"/>
              <a:gd name="T34" fmla="*/ 302 w 497"/>
              <a:gd name="T35" fmla="*/ 133 h 276"/>
              <a:gd name="T36" fmla="*/ 249 w 497"/>
              <a:gd name="T37" fmla="*/ 133 h 276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</a:cxnLst>
            <a:rect l="0" t="0" r="r" b="b"/>
            <a:pathLst>
              <a:path w="497" h="276">
                <a:moveTo>
                  <a:pt x="249" y="0"/>
                </a:moveTo>
                <a:lnTo>
                  <a:pt x="249" y="0"/>
                </a:lnTo>
                <a:cubicBezTo>
                  <a:pt x="89" y="0"/>
                  <a:pt x="0" y="115"/>
                  <a:pt x="0" y="133"/>
                </a:cubicBezTo>
                <a:cubicBezTo>
                  <a:pt x="0" y="151"/>
                  <a:pt x="89" y="275"/>
                  <a:pt x="249" y="275"/>
                </a:cubicBezTo>
                <a:cubicBezTo>
                  <a:pt x="408" y="275"/>
                  <a:pt x="496" y="151"/>
                  <a:pt x="496" y="133"/>
                </a:cubicBezTo>
                <a:cubicBezTo>
                  <a:pt x="496" y="115"/>
                  <a:pt x="408" y="0"/>
                  <a:pt x="249" y="0"/>
                </a:cubicBezTo>
                <a:close/>
                <a:moveTo>
                  <a:pt x="249" y="239"/>
                </a:moveTo>
                <a:lnTo>
                  <a:pt x="249" y="239"/>
                </a:lnTo>
                <a:cubicBezTo>
                  <a:pt x="186" y="239"/>
                  <a:pt x="142" y="195"/>
                  <a:pt x="142" y="133"/>
                </a:cubicBezTo>
                <a:cubicBezTo>
                  <a:pt x="142" y="79"/>
                  <a:pt x="186" y="26"/>
                  <a:pt x="249" y="26"/>
                </a:cubicBezTo>
                <a:cubicBezTo>
                  <a:pt x="310" y="26"/>
                  <a:pt x="355" y="79"/>
                  <a:pt x="355" y="133"/>
                </a:cubicBezTo>
                <a:cubicBezTo>
                  <a:pt x="355" y="195"/>
                  <a:pt x="310" y="239"/>
                  <a:pt x="249" y="239"/>
                </a:cubicBezTo>
                <a:close/>
                <a:moveTo>
                  <a:pt x="249" y="133"/>
                </a:moveTo>
                <a:lnTo>
                  <a:pt x="249" y="133"/>
                </a:lnTo>
                <a:cubicBezTo>
                  <a:pt x="239" y="123"/>
                  <a:pt x="266" y="79"/>
                  <a:pt x="249" y="79"/>
                </a:cubicBezTo>
                <a:cubicBezTo>
                  <a:pt x="221" y="79"/>
                  <a:pt x="195" y="107"/>
                  <a:pt x="195" y="133"/>
                </a:cubicBezTo>
                <a:cubicBezTo>
                  <a:pt x="195" y="168"/>
                  <a:pt x="221" y="186"/>
                  <a:pt x="249" y="186"/>
                </a:cubicBezTo>
                <a:cubicBezTo>
                  <a:pt x="274" y="186"/>
                  <a:pt x="302" y="168"/>
                  <a:pt x="302" y="133"/>
                </a:cubicBezTo>
                <a:cubicBezTo>
                  <a:pt x="302" y="123"/>
                  <a:pt x="257" y="142"/>
                  <a:pt x="249" y="133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xmlns="" w="9525" cap="flat">
                <a:solidFill>
                  <a:srgbClr val="808080"/>
                </a:solidFill>
                <a:bevel/>
                <a:headEnd/>
                <a:tailEnd/>
              </a14:hiddenLine>
            </a:ext>
            <a:ext uri="{AF507438-7753-43e0-B8FC-AC1667EBCBE1}">
              <a14:hiddenEffects xmlns:a14="http://schemas.microsoft.com/office/drawing/2010/main" xmlns="">
                <a:effectLst>
                  <a:outerShdw blurRad="63500" dist="38099" dir="2700000" algn="ctr" rotWithShape="0">
                    <a:srgbClr val="000000">
                      <a:alpha val="74998"/>
                    </a:srgbClr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 sz="2000" dirty="0">
              <a:latin typeface="Lato Light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1500"/>
                            </p:stCondLst>
                            <p:childTnLst>
                              <p:par>
                                <p:cTn id="1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2500"/>
                            </p:stCondLst>
                            <p:childTnLst>
                              <p:par>
                                <p:cTn id="2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30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35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6" fill="hold">
                            <p:stCondLst>
                              <p:cond delay="4000"/>
                            </p:stCondLst>
                            <p:childTnLst>
                              <p:par>
                                <p:cTn id="37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500"/>
                            </p:stCondLst>
                            <p:childTnLst>
                              <p:par>
                                <p:cTn id="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>
                            <p:stCondLst>
                              <p:cond delay="5000"/>
                            </p:stCondLst>
                            <p:childTnLst>
                              <p:par>
                                <p:cTn id="45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>
                            <p:stCondLst>
                              <p:cond delay="5500"/>
                            </p:stCondLst>
                            <p:childTnLst>
                              <p:par>
                                <p:cTn id="4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500"/>
                            </p:stCondLst>
                            <p:childTnLst>
                              <p:par>
                                <p:cTn id="5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>
                            <p:stCondLst>
                              <p:cond delay="7000"/>
                            </p:stCondLst>
                            <p:childTnLst>
                              <p:par>
                                <p:cTn id="6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  <p:bldP spid="8" grpId="0" animBg="1"/>
      <p:bldP spid="9" grpId="0" animBg="1"/>
      <p:bldP spid="10" grpId="0" animBg="1"/>
      <p:bldP spid="11" grpId="0" animBg="1"/>
      <p:bldP spid="12" grpId="0"/>
      <p:bldP spid="13" grpId="0"/>
      <p:bldP spid="14" grpId="0" animBg="1"/>
      <p:bldP spid="15" grpId="0" animBg="1"/>
      <p:bldP spid="16" grpId="0" animBg="1"/>
      <p:bldP spid="17" grpId="0" animBg="1"/>
      <p:bldP spid="18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299259A8-BC46-495B-A77E-A0D3F05C4CD3}"/>
              </a:ext>
            </a:extLst>
          </p:cNvPr>
          <p:cNvGrpSpPr/>
          <p:nvPr/>
        </p:nvGrpSpPr>
        <p:grpSpPr>
          <a:xfrm>
            <a:off x="-76838" y="-31496"/>
            <a:ext cx="9297675" cy="603544"/>
            <a:chOff x="0" y="27613"/>
            <a:chExt cx="9297675" cy="603544"/>
          </a:xfrm>
        </p:grpSpPr>
        <p:sp>
          <p:nvSpPr>
            <p:cNvPr id="37" name="Rectangle: Rounded Corners 36">
              <a:extLst>
                <a:ext uri="{FF2B5EF4-FFF2-40B4-BE49-F238E27FC236}">
                  <a16:creationId xmlns:a16="http://schemas.microsoft.com/office/drawing/2014/main" id="{76DB2408-5863-4829-A273-0D558136BE3C}"/>
                </a:ext>
              </a:extLst>
            </p:cNvPr>
            <p:cNvSpPr/>
            <p:nvPr/>
          </p:nvSpPr>
          <p:spPr>
            <a:xfrm>
              <a:off x="0" y="27613"/>
              <a:ext cx="9297675" cy="603544"/>
            </a:xfrm>
            <a:prstGeom prst="roundRect">
              <a:avLst/>
            </a:prstGeom>
            <a:solidFill>
              <a:srgbClr val="4BACC6">
                <a:hueOff val="0"/>
                <a:satOff val="0"/>
                <a:lumOff val="0"/>
                <a:alphaOff val="0"/>
              </a:srgbClr>
            </a:solidFill>
            <a:ln w="25400" cap="flat" cmpd="sng" algn="ctr">
              <a:noFill/>
              <a:prstDash val="solid"/>
            </a:ln>
            <a:effectLst/>
          </p:spPr>
        </p:sp>
        <p:sp>
          <p:nvSpPr>
            <p:cNvPr id="38" name="Rectangle: Rounded Corners 4">
              <a:extLst>
                <a:ext uri="{FF2B5EF4-FFF2-40B4-BE49-F238E27FC236}">
                  <a16:creationId xmlns:a16="http://schemas.microsoft.com/office/drawing/2014/main" id="{89C62382-88EF-4976-A95C-40937F26FF72}"/>
                </a:ext>
              </a:extLst>
            </p:cNvPr>
            <p:cNvSpPr txBox="1"/>
            <p:nvPr/>
          </p:nvSpPr>
          <p:spPr>
            <a:xfrm>
              <a:off x="29463" y="57076"/>
              <a:ext cx="9238749" cy="544618"/>
            </a:xfrm>
            <a:prstGeom prst="rect">
              <a:avLst/>
            </a:prstGeom>
            <a:noFill/>
            <a:ln>
              <a:noFill/>
            </a:ln>
            <a:effectLst/>
          </p:spPr>
          <p:txBody>
            <a:bodyPr spcFirstLastPara="0" vert="horz" wrap="square" lIns="95250" tIns="95250" rIns="95250" bIns="95250" numCol="1" spcCol="1270" anchor="ctr" anchorCtr="0">
              <a:noAutofit/>
            </a:bodyPr>
            <a:lstStyle/>
            <a:p>
              <a:pPr defTabSz="1111223" latinLnBrk="0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  <a:defRPr/>
              </a:pPr>
              <a:r>
                <a:rPr lang="fr-FR" sz="2500" dirty="0">
                  <a:solidFill>
                    <a:sysClr val="window" lastClr="FFFFFF"/>
                  </a:solidFill>
                  <a:latin typeface="Arial"/>
                </a:rPr>
                <a:t> Conclusions et perspectives</a:t>
              </a:r>
            </a:p>
          </p:txBody>
        </p:sp>
      </p:grpSp>
      <p:sp>
        <p:nvSpPr>
          <p:cNvPr id="11" name="Rectangle 10">
            <a:extLst>
              <a:ext uri="{FF2B5EF4-FFF2-40B4-BE49-F238E27FC236}">
                <a16:creationId xmlns:a16="http://schemas.microsoft.com/office/drawing/2014/main" id="{E1A89B51-3C2A-4300-9CA8-D2D6498CFAC5}"/>
              </a:ext>
            </a:extLst>
          </p:cNvPr>
          <p:cNvSpPr/>
          <p:nvPr/>
        </p:nvSpPr>
        <p:spPr>
          <a:xfrm>
            <a:off x="467546" y="1116415"/>
            <a:ext cx="1858197" cy="369330"/>
          </a:xfrm>
          <a:prstGeom prst="rect">
            <a:avLst/>
          </a:prstGeom>
        </p:spPr>
        <p:txBody>
          <a:bodyPr wrap="none" lIns="91438" tIns="45719" rIns="91438" bIns="45719">
            <a:spAutoFit/>
          </a:bodyPr>
          <a:lstStyle/>
          <a:p>
            <a:pPr marL="285743" indent="-285743">
              <a:buFont typeface="Wingdings" panose="05000000000000000000" pitchFamily="2" charset="2"/>
              <a:buChar char="Ø"/>
            </a:pPr>
            <a:r>
              <a:rPr lang="fr-FR" dirty="0">
                <a:solidFill>
                  <a:schemeClr val="tx1">
                    <a:lumMod val="95000"/>
                    <a:lumOff val="5000"/>
                  </a:schemeClr>
                </a:solidFill>
              </a:rPr>
              <a:t>Perspectives: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A4FBD16A-5837-47A7-AA28-F37432BAA080}"/>
              </a:ext>
            </a:extLst>
          </p:cNvPr>
          <p:cNvSpPr/>
          <p:nvPr/>
        </p:nvSpPr>
        <p:spPr>
          <a:xfrm>
            <a:off x="1272127" y="1891882"/>
            <a:ext cx="1800201" cy="1584176"/>
          </a:xfrm>
          <a:prstGeom prst="ellipse">
            <a:avLst/>
          </a:prstGeom>
          <a:solidFill>
            <a:srgbClr val="C4BD97">
              <a:alpha val="3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 dirty="0"/>
          </a:p>
        </p:txBody>
      </p: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C4A101A6-0983-4647-BA69-E9041E5F4AB0}"/>
              </a:ext>
            </a:extLst>
          </p:cNvPr>
          <p:cNvSpPr/>
          <p:nvPr/>
        </p:nvSpPr>
        <p:spPr>
          <a:xfrm>
            <a:off x="1177638" y="3651273"/>
            <a:ext cx="2016222" cy="745129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/>
          </a:p>
        </p:txBody>
      </p:sp>
      <p:sp>
        <p:nvSpPr>
          <p:cNvPr id="35" name="TextBox 34">
            <a:extLst>
              <a:ext uri="{FF2B5EF4-FFF2-40B4-BE49-F238E27FC236}">
                <a16:creationId xmlns:a16="http://schemas.microsoft.com/office/drawing/2014/main" id="{159DEB3C-4056-4A10-9C5B-61164D1DB490}"/>
              </a:ext>
            </a:extLst>
          </p:cNvPr>
          <p:cNvSpPr txBox="1"/>
          <p:nvPr/>
        </p:nvSpPr>
        <p:spPr>
          <a:xfrm rot="10800000" flipV="1">
            <a:off x="1072566" y="3714757"/>
            <a:ext cx="2183713" cy="692495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fr-FR" sz="1300" dirty="0">
                <a:solidFill>
                  <a:schemeClr val="bg1"/>
                </a:solidFill>
              </a:rPr>
              <a:t>Ajouter des fonctionnalités avancées (chat en direct,</a:t>
            </a:r>
          </a:p>
          <a:p>
            <a:pPr algn="ctr"/>
            <a:r>
              <a:rPr lang="fr-FR" sz="1300" dirty="0">
                <a:solidFill>
                  <a:schemeClr val="bg1"/>
                </a:solidFill>
              </a:rPr>
              <a:t>certifications).</a:t>
            </a:r>
          </a:p>
        </p:txBody>
      </p:sp>
      <p:sp>
        <p:nvSpPr>
          <p:cNvPr id="39" name="Oval 38">
            <a:extLst>
              <a:ext uri="{FF2B5EF4-FFF2-40B4-BE49-F238E27FC236}">
                <a16:creationId xmlns:a16="http://schemas.microsoft.com/office/drawing/2014/main" id="{4AB09F51-A37C-4AA3-A874-6E654E0C4124}"/>
              </a:ext>
            </a:extLst>
          </p:cNvPr>
          <p:cNvSpPr/>
          <p:nvPr/>
        </p:nvSpPr>
        <p:spPr>
          <a:xfrm>
            <a:off x="3358835" y="1903606"/>
            <a:ext cx="1800201" cy="1584176"/>
          </a:xfrm>
          <a:prstGeom prst="ellipse">
            <a:avLst/>
          </a:prstGeom>
          <a:solidFill>
            <a:srgbClr val="C4BD97">
              <a:alpha val="3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 dirty="0"/>
          </a:p>
        </p:txBody>
      </p:sp>
      <p:sp>
        <p:nvSpPr>
          <p:cNvPr id="40" name="Rectangle: Rounded Corners 39">
            <a:extLst>
              <a:ext uri="{FF2B5EF4-FFF2-40B4-BE49-F238E27FC236}">
                <a16:creationId xmlns:a16="http://schemas.microsoft.com/office/drawing/2014/main" id="{AAA100E6-78D4-496D-BC63-3B386F8D518D}"/>
              </a:ext>
            </a:extLst>
          </p:cNvPr>
          <p:cNvSpPr/>
          <p:nvPr/>
        </p:nvSpPr>
        <p:spPr>
          <a:xfrm>
            <a:off x="3424989" y="3662998"/>
            <a:ext cx="2016222" cy="733403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 dirty="0"/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8B9515CF-C49F-4C95-A658-C0CDC9AA4BA9}"/>
              </a:ext>
            </a:extLst>
          </p:cNvPr>
          <p:cNvSpPr txBox="1"/>
          <p:nvPr/>
        </p:nvSpPr>
        <p:spPr>
          <a:xfrm>
            <a:off x="3338016" y="3705423"/>
            <a:ext cx="2155195" cy="49244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fr-FR" sz="1300" dirty="0">
                <a:solidFill>
                  <a:schemeClr val="bg1"/>
                </a:solidFill>
              </a:rPr>
              <a:t>Générer un résumé des </a:t>
            </a:r>
          </a:p>
          <a:p>
            <a:pPr algn="ctr"/>
            <a:r>
              <a:rPr lang="fr-FR" sz="1300" dirty="0">
                <a:solidFill>
                  <a:schemeClr val="bg1"/>
                </a:solidFill>
              </a:rPr>
              <a:t>points clés du cours </a:t>
            </a:r>
          </a:p>
        </p:txBody>
      </p:sp>
      <p:sp>
        <p:nvSpPr>
          <p:cNvPr id="42" name="Oval 41">
            <a:extLst>
              <a:ext uri="{FF2B5EF4-FFF2-40B4-BE49-F238E27FC236}">
                <a16:creationId xmlns:a16="http://schemas.microsoft.com/office/drawing/2014/main" id="{880FFAE6-4366-4F20-89BC-B7D55C5E3E91}"/>
              </a:ext>
            </a:extLst>
          </p:cNvPr>
          <p:cNvSpPr/>
          <p:nvPr/>
        </p:nvSpPr>
        <p:spPr>
          <a:xfrm>
            <a:off x="5457267" y="1903608"/>
            <a:ext cx="1800201" cy="1584176"/>
          </a:xfrm>
          <a:prstGeom prst="ellipse">
            <a:avLst/>
          </a:prstGeom>
          <a:solidFill>
            <a:srgbClr val="C4BD97">
              <a:alpha val="30980"/>
            </a:srgb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 dirty="0"/>
          </a:p>
        </p:txBody>
      </p:sp>
      <p:sp>
        <p:nvSpPr>
          <p:cNvPr id="43" name="Rectangle: Rounded Corners 42">
            <a:extLst>
              <a:ext uri="{FF2B5EF4-FFF2-40B4-BE49-F238E27FC236}">
                <a16:creationId xmlns:a16="http://schemas.microsoft.com/office/drawing/2014/main" id="{2FC80FCA-F62A-46CB-AE9B-3B9DEE8A29D3}"/>
              </a:ext>
            </a:extLst>
          </p:cNvPr>
          <p:cNvSpPr/>
          <p:nvPr/>
        </p:nvSpPr>
        <p:spPr>
          <a:xfrm>
            <a:off x="5609920" y="3662999"/>
            <a:ext cx="2352492" cy="733402"/>
          </a:xfrm>
          <a:prstGeom prst="round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1438" tIns="45719" rIns="91438" bIns="45719" rtlCol="0" anchor="ctr"/>
          <a:lstStyle/>
          <a:p>
            <a:pPr algn="ctr"/>
            <a:endParaRPr lang="fr-FR"/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7E42234E-C37F-4FC0-A737-09411E8E5317}"/>
              </a:ext>
            </a:extLst>
          </p:cNvPr>
          <p:cNvSpPr txBox="1"/>
          <p:nvPr/>
        </p:nvSpPr>
        <p:spPr>
          <a:xfrm>
            <a:off x="5651682" y="3714758"/>
            <a:ext cx="2155195" cy="492440"/>
          </a:xfrm>
          <a:prstGeom prst="rect">
            <a:avLst/>
          </a:prstGeom>
          <a:noFill/>
        </p:spPr>
        <p:txBody>
          <a:bodyPr wrap="square" lIns="91438" tIns="45719" rIns="91438" bIns="45719" rtlCol="0">
            <a:spAutoFit/>
          </a:bodyPr>
          <a:lstStyle/>
          <a:p>
            <a:pPr algn="ctr"/>
            <a:r>
              <a:rPr lang="fr-FR" sz="1300" dirty="0">
                <a:solidFill>
                  <a:schemeClr val="bg1"/>
                </a:solidFill>
              </a:rPr>
              <a:t>Ajout plateforme en</a:t>
            </a:r>
          </a:p>
          <a:p>
            <a:pPr algn="ctr"/>
            <a:r>
              <a:rPr lang="fr-FR" sz="1300" dirty="0">
                <a:solidFill>
                  <a:schemeClr val="bg1"/>
                </a:solidFill>
              </a:rPr>
              <a:t>Application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A7BCCEEA-D2D6-417E-A4DD-6430A36FEAA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37678" y="2034556"/>
            <a:ext cx="1259360" cy="1259360"/>
          </a:xfrm>
          <a:prstGeom prst="rect">
            <a:avLst/>
          </a:prstGeom>
        </p:spPr>
      </p:pic>
      <p:pic>
        <p:nvPicPr>
          <p:cNvPr id="12290" name="Picture 2" descr="C:\Users\dot\Desktop\download.jpg"/>
          <p:cNvPicPr>
            <a:picLocks noChangeAspect="1" noChangeArrowheads="1"/>
          </p:cNvPicPr>
          <p:nvPr/>
        </p:nvPicPr>
        <p:blipFill>
          <a:blip r:embed="rId4"/>
          <a:srcRect/>
          <a:stretch>
            <a:fillRect/>
          </a:stretch>
        </p:blipFill>
        <p:spPr bwMode="auto">
          <a:xfrm>
            <a:off x="5357818" y="1928808"/>
            <a:ext cx="2000264" cy="1571636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  <p:pic>
        <p:nvPicPr>
          <p:cNvPr id="4" name="Image 3">
            <a:extLst>
              <a:ext uri="{FF2B5EF4-FFF2-40B4-BE49-F238E27FC236}">
                <a16:creationId xmlns:a16="http://schemas.microsoft.com/office/drawing/2014/main" id="{F9F1E698-1E88-4F77-8310-AA447345080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18554" y="1928808"/>
            <a:ext cx="1840482" cy="1574325"/>
          </a:xfrm>
          <a:prstGeom prst="ellipse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4062643005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8" presetClass="entr" presetSubtype="0" ac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26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3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54" presetClass="entr" presetSubtype="0" accel="10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*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.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3000"/>
                            </p:stCondLst>
                            <p:childTnLst>
                              <p:par>
                                <p:cTn id="40" presetID="5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770" decel="1000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43" dur="770" decel="100000"/>
                                        <p:tgtEl>
                                          <p:spTgt spid="39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4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45" dur="7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4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47" dur="77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4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000"/>
                            </p:stCondLst>
                            <p:childTnLst>
                              <p:par>
                                <p:cTn id="50" presetID="15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 fmla="#ppt_x+(cos(-2*pi*(1-$))*-#ppt_x-sin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4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+(sin(-2*pi*(1-$))*-#ppt_x+cos(-2*pi*(1-$))*(1-#ppt_y))*(1-$)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>
                            <p:stCondLst>
                              <p:cond delay="6000"/>
                            </p:stCondLst>
                            <p:childTnLst>
                              <p:par>
                                <p:cTn id="57" presetID="14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59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5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770" decel="100000"/>
                                        <p:tgtEl>
                                          <p:spTgt spid="12290"/>
                                        </p:tgtEl>
                                      </p:cBhvr>
                                    </p:animEffect>
                                    <p:animScale>
                                      <p:cBhvr>
                                        <p:cTn id="63" dur="770" decel="100000"/>
                                        <p:tgtEl>
                                          <p:spTgt spid="12290"/>
                                        </p:tgtEl>
                                      </p:cBhvr>
                                      <p:from x="10000" y="10000"/>
                                      <p:to x="200000" y="450000"/>
                                    </p:animScale>
                                    <p:animScale>
                                      <p:cBhvr>
                                        <p:cTn id="64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</p:cBhvr>
                                      <p:from x="200000" y="450000"/>
                                      <p:to x="100000" y="100000"/>
                                    </p:animScale>
                                    <p:set>
                                      <p:cBhvr>
                                        <p:cTn id="65" dur="77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o>
                                        <p:strVal val="(0.5)"/>
                                      </p:to>
                                    </p:set>
                                    <p:anim from="(0.5)" to="(#ppt_x)" calcmode="lin" valueType="num">
                                      <p:cBhvr>
                                        <p:cTn id="66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</p:anim>
                                    <p:set>
                                      <p:cBhvr>
                                        <p:cTn id="67" dur="770" fill="hold"/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o>
                                        <p:strVal val="(#ppt_y+0.4)"/>
                                      </p:to>
                                    </p:set>
                                    <p:anim from="(#ppt_y+0.4)" to="(#ppt_y)" calcmode="lin" valueType="num">
                                      <p:cBhvr>
                                        <p:cTn id="68" dur="1230" accel="100000" fill="hold">
                                          <p:stCondLst>
                                            <p:cond delay="770"/>
                                          </p:stCondLst>
                                        </p:cTn>
                                        <p:tgtEl>
                                          <p:spTgt spid="122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</p:anim>
                                  </p:childTnLst>
                                </p:cTn>
                              </p:par>
                              <p:par>
                                <p:cTn id="69" presetID="48" presetClass="entr" presetSubtype="0" ac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8000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1"/>
                                          </p:val>
                                        </p:tav>
                                        <p:tav tm="50000">
                                          <p:val>
                                            <p:fltVal val="0.9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3" dur="1000" fill="hold"/>
                                        <p:tgtEl>
                                          <p:spTgt spid="4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4" dur="10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  <p:bldP spid="2" grpId="0" animBg="1"/>
      <p:bldP spid="6" grpId="0" animBg="1"/>
      <p:bldP spid="39" grpId="0" animBg="1"/>
      <p:bldP spid="40" grpId="0" animBg="1"/>
      <p:bldP spid="42" grpId="0" animBg="1"/>
      <p:bldP spid="43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0"/>
          </p:nvPr>
        </p:nvSpPr>
        <p:spPr>
          <a:xfrm>
            <a:off x="1969958" y="1152637"/>
            <a:ext cx="5256585" cy="2448272"/>
          </a:xfrm>
        </p:spPr>
        <p:txBody>
          <a:bodyPr>
            <a:normAutofit/>
          </a:bodyPr>
          <a:lstStyle/>
          <a:p>
            <a:r>
              <a:rPr lang="en-US" altLang="ko-KR" sz="5400" dirty="0"/>
              <a:t>Merci</a:t>
            </a:r>
            <a:r>
              <a:rPr lang="en-US" altLang="ko-KR" dirty="0"/>
              <a:t> </a:t>
            </a:r>
          </a:p>
          <a:p>
            <a:r>
              <a:rPr lang="en-US" altLang="ko-KR" sz="2500" dirty="0"/>
              <a:t>Pour votre </a:t>
            </a:r>
            <a:r>
              <a:rPr lang="en-US" altLang="ko-KR" sz="2500" dirty="0">
                <a:solidFill>
                  <a:srgbClr val="1D989B"/>
                </a:solidFill>
              </a:rPr>
              <a:t>Attention</a:t>
            </a:r>
            <a:endParaRPr lang="ko-KR" altLang="en-US" sz="2500" dirty="0">
              <a:solidFill>
                <a:srgbClr val="1D989B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306127"/>
      </p:ext>
    </p:extLst>
  </p:cSld>
  <p:clrMapOvr>
    <a:masterClrMapping/>
  </p:clrMapOvr>
  <p:transition/>
</p:sld>
</file>

<file path=ppt/theme/theme1.xml><?xml version="1.0" encoding="utf-8"?>
<a:theme xmlns:a="http://schemas.openxmlformats.org/drawingml/2006/main" name="Contents Slide Master">
  <a:themeElements>
    <a:clrScheme name="ALLPPT-COLOR-A30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85D8DE"/>
      </a:accent1>
      <a:accent2>
        <a:srgbClr val="85D8DE"/>
      </a:accent2>
      <a:accent3>
        <a:srgbClr val="85D8DE"/>
      </a:accent3>
      <a:accent4>
        <a:srgbClr val="85D8DE"/>
      </a:accent4>
      <a:accent5>
        <a:srgbClr val="85D8DE"/>
      </a:accent5>
      <a:accent6>
        <a:srgbClr val="85D8DE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ection Break Slide Master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Wisp">
  <a:themeElements>
    <a:clrScheme name="Grayscale">
      <a:dk1>
        <a:sysClr val="windowText" lastClr="000000"/>
      </a:dk1>
      <a:lt1>
        <a:sysClr val="window" lastClr="FFFFFF"/>
      </a:lt1>
      <a:dk2>
        <a:srgbClr val="000000"/>
      </a:dk2>
      <a:lt2>
        <a:srgbClr val="F8F8F8"/>
      </a:lt2>
      <a:accent1>
        <a:srgbClr val="DDDDDD"/>
      </a:accent1>
      <a:accent2>
        <a:srgbClr val="B2B2B2"/>
      </a:accent2>
      <a:accent3>
        <a:srgbClr val="969696"/>
      </a:accent3>
      <a:accent4>
        <a:srgbClr val="808080"/>
      </a:accent4>
      <a:accent5>
        <a:srgbClr val="5F5F5F"/>
      </a:accent5>
      <a:accent6>
        <a:srgbClr val="4D4D4D"/>
      </a:accent6>
      <a:hlink>
        <a:srgbClr val="5F5F5F"/>
      </a:hlink>
      <a:folHlink>
        <a:srgbClr val="919191"/>
      </a:folHlink>
    </a:clrScheme>
    <a:fontScheme name="Wisp">
      <a:maj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6351</TotalTime>
  <Words>466</Words>
  <Application>Microsoft Office PowerPoint</Application>
  <PresentationFormat>Affichage à l'écran (16:9)</PresentationFormat>
  <Paragraphs>151</Paragraphs>
  <Slides>25</Slides>
  <Notes>15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3</vt:i4>
      </vt:variant>
      <vt:variant>
        <vt:lpstr>Titres des diapositives</vt:lpstr>
      </vt:variant>
      <vt:variant>
        <vt:i4>25</vt:i4>
      </vt:variant>
    </vt:vector>
  </HeadingPairs>
  <TitlesOfParts>
    <vt:vector size="42" baseType="lpstr">
      <vt:lpstr>Arabic Typesetting</vt:lpstr>
      <vt:lpstr>Arial</vt:lpstr>
      <vt:lpstr>Avenir Next</vt:lpstr>
      <vt:lpstr>Bodoni MT Poster Compressed</vt:lpstr>
      <vt:lpstr>Calibri</vt:lpstr>
      <vt:lpstr>Calibri Light</vt:lpstr>
      <vt:lpstr>Century Gothic</vt:lpstr>
      <vt:lpstr>Impact</vt:lpstr>
      <vt:lpstr>Inter</vt:lpstr>
      <vt:lpstr>Lato Light</vt:lpstr>
      <vt:lpstr>Monotype Corsiva</vt:lpstr>
      <vt:lpstr>Times New Roman</vt:lpstr>
      <vt:lpstr>Wingdings</vt:lpstr>
      <vt:lpstr>Wingdings 3</vt:lpstr>
      <vt:lpstr>Contents Slide Master</vt:lpstr>
      <vt:lpstr>Section Break Slide Master</vt:lpstr>
      <vt:lpstr>Wisp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GoogleSlidesPPT.com;Allppt.com</dc:creator>
  <cp:lastModifiedBy>chaimaziadi@hotmail.com</cp:lastModifiedBy>
  <cp:revision>418</cp:revision>
  <dcterms:created xsi:type="dcterms:W3CDTF">2016-12-05T23:26:54Z</dcterms:created>
  <dcterms:modified xsi:type="dcterms:W3CDTF">2025-11-29T11:20:34Z</dcterms:modified>
</cp:coreProperties>
</file>